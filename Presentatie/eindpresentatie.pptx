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24"/>
  </p:notesMasterIdLst>
  <p:handoutMasterIdLst>
    <p:handoutMasterId r:id="rId25"/>
  </p:handoutMasterIdLst>
  <p:sldIdLst>
    <p:sldId id="543" r:id="rId7"/>
    <p:sldId id="569" r:id="rId8"/>
    <p:sldId id="561" r:id="rId9"/>
    <p:sldId id="556" r:id="rId10"/>
    <p:sldId id="557" r:id="rId11"/>
    <p:sldId id="558" r:id="rId12"/>
    <p:sldId id="559" r:id="rId13"/>
    <p:sldId id="549" r:id="rId14"/>
    <p:sldId id="563" r:id="rId15"/>
    <p:sldId id="564" r:id="rId16"/>
    <p:sldId id="572" r:id="rId17"/>
    <p:sldId id="565" r:id="rId18"/>
    <p:sldId id="566" r:id="rId19"/>
    <p:sldId id="567" r:id="rId20"/>
    <p:sldId id="568" r:id="rId21"/>
    <p:sldId id="570" r:id="rId22"/>
    <p:sldId id="571" r:id="rId23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3" autoAdjust="0"/>
    <p:restoredTop sz="91359"/>
  </p:normalViewPr>
  <p:slideViewPr>
    <p:cSldViewPr snapToGrid="0">
      <p:cViewPr varScale="1">
        <p:scale>
          <a:sx n="82" d="100"/>
          <a:sy n="82" d="100"/>
        </p:scale>
        <p:origin x="58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BED02-5B17-F240-BA3D-A18F101907B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1936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</a:t>
            </a:fld>
            <a:endParaRPr lang="en-BE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Ontwikkeling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virtuele</a:t>
            </a:r>
            <a:r>
              <a:rPr lang="en-GB" dirty="0"/>
              <a:t> leer-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testomgeving</a:t>
            </a:r>
            <a:r>
              <a:rPr lang="en-GB" dirty="0"/>
              <a:t> met EVE-NG Pro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en-US" dirty="0"/>
              <a:t>Yente Lens | </a:t>
            </a:r>
            <a:r>
              <a:rPr lang="en-US" dirty="0" err="1"/>
              <a:t>Interligo</a:t>
            </a:r>
            <a:r>
              <a:rPr lang="en-US" dirty="0"/>
              <a:t> </a:t>
            </a:r>
            <a:r>
              <a:rPr lang="en-US" dirty="0" err="1"/>
              <a:t>nv</a:t>
            </a:r>
            <a:endParaRPr lang="nl-BE" dirty="0"/>
          </a:p>
          <a:p>
            <a:r>
              <a:rPr lang="nl-BE" dirty="0"/>
              <a:t>2025-2026</a:t>
            </a:r>
          </a:p>
          <a:p>
            <a:r>
              <a:rPr lang="nl-BE" dirty="0"/>
              <a:t>Bachelor </a:t>
            </a:r>
            <a:r>
              <a:rPr lang="nl-BE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Inhoudstafel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Probleemstelling</a:t>
            </a:r>
          </a:p>
          <a:p>
            <a:pPr lvl="1"/>
            <a:r>
              <a:rPr lang="nl-BE" dirty="0"/>
              <a:t>EVE-NG</a:t>
            </a:r>
          </a:p>
          <a:p>
            <a:pPr lvl="1"/>
            <a:r>
              <a:rPr lang="nl-BE" dirty="0"/>
              <a:t>Beginsituatie</a:t>
            </a:r>
          </a:p>
          <a:p>
            <a:pPr lvl="1"/>
            <a:r>
              <a:rPr lang="nl-BE" dirty="0"/>
              <a:t>Vereisten</a:t>
            </a:r>
          </a:p>
          <a:p>
            <a:pPr lvl="2"/>
            <a:r>
              <a:rPr lang="nl-BE" dirty="0"/>
              <a:t>Active Directory integratie</a:t>
            </a:r>
          </a:p>
          <a:p>
            <a:pPr lvl="2"/>
            <a:r>
              <a:rPr lang="nl-BE" dirty="0"/>
              <a:t>Labo’s</a:t>
            </a:r>
          </a:p>
          <a:p>
            <a:pPr lvl="2"/>
            <a:r>
              <a:rPr lang="nl-BE" dirty="0"/>
              <a:t>Automatisering</a:t>
            </a:r>
          </a:p>
          <a:p>
            <a:pPr lvl="1"/>
            <a:r>
              <a:rPr lang="nl-BE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6034-9F32-962C-3BED-71C54720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Inhoud</a:t>
            </a:r>
            <a:br>
              <a:rPr lang="nl-BE" dirty="0"/>
            </a:br>
            <a:r>
              <a:rPr lang="nl-BE" dirty="0"/>
              <a:t>van jouw </a:t>
            </a:r>
            <a:br>
              <a:rPr lang="nl-BE" dirty="0"/>
            </a:br>
            <a:r>
              <a:rPr lang="nl-BE" u="sng" dirty="0"/>
              <a:t>eind-</a:t>
            </a:r>
            <a:br>
              <a:rPr lang="nl-BE" u="sng" dirty="0"/>
            </a:br>
            <a:r>
              <a:rPr lang="nl-BE" dirty="0"/>
              <a:t>presentatie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991FC-2F2C-0D37-ED43-F672CAB93916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3</a:t>
            </a:fld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5E78DA-C8F1-5A90-9FBE-8CA0A68BF7A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70000" lnSpcReduction="20000"/>
          </a:bodyPr>
          <a:lstStyle/>
          <a:p>
            <a:pPr>
              <a:spcAft>
                <a:spcPts val="1200"/>
              </a:spcAft>
            </a:pPr>
            <a:r>
              <a:rPr lang="nl-NL" b="1" dirty="0"/>
              <a:t>Jouw eindpresentatie voor de </a:t>
            </a:r>
            <a:r>
              <a:rPr lang="nl-NL" b="1" dirty="0" err="1"/>
              <a:t>bachelorproef</a:t>
            </a:r>
            <a:r>
              <a:rPr lang="nl-NL" b="1" dirty="0"/>
              <a:t> omvat minstens: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Startslide met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Titel van de </a:t>
            </a:r>
            <a:r>
              <a:rPr lang="nl-NL" dirty="0" err="1"/>
              <a:t>bachelorproef</a:t>
            </a:r>
            <a:endParaRPr lang="nl-NL" dirty="0"/>
          </a:p>
          <a:p>
            <a:pPr lvl="2">
              <a:spcAft>
                <a:spcPts val="1200"/>
              </a:spcAft>
            </a:pPr>
            <a:r>
              <a:rPr lang="nl-NL" dirty="0"/>
              <a:t>Naam van de student(en)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Naam van het stagebedrijf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Tweede slide met overzicht van jouw presentatie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Wat in de volgende slides zeker aan bod moet komen: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Schets van de beginsituatie</a:t>
            </a:r>
          </a:p>
          <a:p>
            <a:pPr marL="360000" lvl="2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2100" dirty="0"/>
              <a:t>	Waarop kon je </a:t>
            </a:r>
            <a:r>
              <a:rPr lang="nl-NL" sz="2100" dirty="0" err="1"/>
              <a:t>verderbouwen</a:t>
            </a:r>
            <a:r>
              <a:rPr lang="nl-NL" sz="2100" dirty="0"/>
              <a:t>? Welk materiaal, opstelling, 	gegevens,… was er reeds aanwezig?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Wat was jouw aandeel in het project?</a:t>
            </a:r>
          </a:p>
          <a:p>
            <a:pPr marL="360000" lvl="2" indent="0">
              <a:spcAft>
                <a:spcPts val="1200"/>
              </a:spcAft>
              <a:buNone/>
            </a:pPr>
            <a:r>
              <a:rPr lang="nl-NL" sz="2100" dirty="0"/>
              <a:t>	Wat heb je precies allemaal zelf uitgevoerd of verwezenlijkt? 	Minimaliseer hierbij de door jou geleverde inspanningen niet.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Eindig altijd met een besluit.</a:t>
            </a:r>
          </a:p>
        </p:txBody>
      </p:sp>
    </p:spTree>
    <p:extLst>
      <p:ext uri="{BB962C8B-B14F-4D97-AF65-F5344CB8AC3E}">
        <p14:creationId xmlns:p14="http://schemas.microsoft.com/office/powerpoint/2010/main" val="287082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DBF098-924B-D0B2-7A20-81888117D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Hoe </a:t>
            </a:r>
            <a:r>
              <a:rPr lang="en-GB" dirty="0" err="1"/>
              <a:t>werkt</a:t>
            </a:r>
            <a:r>
              <a:rPr lang="en-GB" dirty="0"/>
              <a:t> </a:t>
            </a:r>
            <a:r>
              <a:rPr lang="en-GB" dirty="0" err="1"/>
              <a:t>dit</a:t>
            </a:r>
            <a:r>
              <a:rPr lang="en-GB" dirty="0"/>
              <a:t> PowerPoint-</a:t>
            </a:r>
            <a:r>
              <a:rPr lang="en-GB" dirty="0" err="1"/>
              <a:t>sjabloon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14F51-2770-5175-A7D9-9FE4C59FA41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4</a:t>
            </a:fld>
            <a:endParaRPr lang="en-BE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36547E7-4FFA-08D6-5A76-CD758EDDAE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1500"/>
              </a:spcAft>
            </a:pPr>
            <a:r>
              <a:rPr lang="nl-NL" sz="2100" dirty="0"/>
              <a:t>Dit sjabloon bestaat uit </a:t>
            </a:r>
            <a:r>
              <a:rPr lang="nl-NL" sz="2100" b="1" dirty="0"/>
              <a:t>68 voorbeeldslides met verschillende lay-outs</a:t>
            </a:r>
            <a:r>
              <a:rPr lang="nl-NL" sz="2100" dirty="0"/>
              <a:t> (vaak gaat het louter om kleur- of patroonvarianten). Ze vormen de bouwstenen van je presentatie. Je kiest zelf welke slides je als basis wil gebruiken. Alle lay-outs liggen grafisch in één lijn, je </a:t>
            </a:r>
            <a:r>
              <a:rPr lang="nl-BE" sz="2100" dirty="0"/>
              <a:t>kan dus </a:t>
            </a:r>
            <a:r>
              <a:rPr lang="nl-BE" sz="2100" b="1" dirty="0"/>
              <a:t>vrij kiezen en mixen</a:t>
            </a:r>
            <a:r>
              <a:rPr lang="nl-BE" sz="2100" dirty="0"/>
              <a:t>.</a:t>
            </a:r>
          </a:p>
          <a:p>
            <a:pPr lvl="1"/>
            <a:r>
              <a:rPr lang="nl-NL" sz="2100" b="1" dirty="0"/>
              <a:t>Laat je niet afschrikken </a:t>
            </a:r>
            <a:r>
              <a:rPr lang="nl-NL" sz="2100" dirty="0"/>
              <a:t>door de veelheid aan mogelijkheden. </a:t>
            </a:r>
          </a:p>
          <a:p>
            <a:pPr lvl="2"/>
            <a:r>
              <a:rPr lang="nl-NL" sz="2100" dirty="0"/>
              <a:t>Wil je je (cursus)slides bewust sober houden en enkel voor witte lay-outs gaan </a:t>
            </a:r>
            <a:br>
              <a:rPr lang="nl-NL" sz="2100" dirty="0"/>
            </a:br>
            <a:r>
              <a:rPr lang="nl-NL" sz="2100" dirty="0"/>
              <a:t>(cf. voorbeeldslides 5 - 48)? Prima. </a:t>
            </a:r>
          </a:p>
          <a:p>
            <a:pPr lvl="2"/>
            <a:r>
              <a:rPr lang="nl-NL" sz="2100" dirty="0"/>
              <a:t>Liever af en toe wat kleur ertussen (bv. voor titel-, hoofdstuk-, eind- of quote-slides)? Of juist volop met gekleurde lay-outs werken? Dat kan net zo goed. </a:t>
            </a:r>
          </a:p>
          <a:p>
            <a:pPr lvl="1">
              <a:spcBef>
                <a:spcPts val="1500"/>
              </a:spcBef>
            </a:pPr>
            <a:r>
              <a:rPr lang="nl-NL" sz="2100" b="1" dirty="0"/>
              <a:t>Kies welke lay-outs jij in je presentatie wil verwerken </a:t>
            </a:r>
            <a:r>
              <a:rPr lang="nl-NL" sz="2100" dirty="0"/>
              <a:t>(je kan elke slide indien gewenst kopiëren/verplaatsen). En verwijder (op het einde) de voorbeeldslides die je niet gebruikt. Wil je nadien toch nog </a:t>
            </a:r>
            <a:r>
              <a:rPr lang="nl-NL" sz="2100" b="1" dirty="0"/>
              <a:t>een andere lay-out op een slide toepassen</a:t>
            </a:r>
            <a:r>
              <a:rPr lang="nl-NL" sz="2100" dirty="0"/>
              <a:t>?</a:t>
            </a:r>
          </a:p>
          <a:p>
            <a:pPr lvl="2"/>
            <a:r>
              <a:rPr lang="nl-NL" sz="2100" dirty="0"/>
              <a:t>Selecteer een slide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[</a:t>
            </a:r>
            <a:r>
              <a:rPr lang="nl-NL" sz="2100" dirty="0"/>
              <a:t>Menubalk] ‘Start’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</a:t>
            </a:r>
            <a:r>
              <a:rPr lang="nl-NL" sz="2100" dirty="0"/>
              <a:t>‘Indeling’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Kies de gewenste lay-out.</a:t>
            </a:r>
            <a:endParaRPr lang="nl-NL" sz="2100" dirty="0"/>
          </a:p>
        </p:txBody>
      </p:sp>
    </p:spTree>
    <p:extLst>
      <p:ext uri="{BB962C8B-B14F-4D97-AF65-F5344CB8AC3E}">
        <p14:creationId xmlns:p14="http://schemas.microsoft.com/office/powerpoint/2010/main" val="47073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Need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4 cruciale tips!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5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1. </a:t>
            </a:r>
            <a:r>
              <a:rPr lang="nl-NL" sz="2100" dirty="0"/>
              <a:t>Wil je </a:t>
            </a:r>
            <a:r>
              <a:rPr lang="nl-NL" sz="2100" b="1" dirty="0"/>
              <a:t>bestaande tekst </a:t>
            </a:r>
            <a:r>
              <a:rPr lang="nl-NL" sz="2100" dirty="0"/>
              <a:t>(bv. uit andere presentaties of toepassingen) aan je </a:t>
            </a:r>
            <a:br>
              <a:rPr lang="nl-NL" sz="2100" dirty="0"/>
            </a:br>
            <a:r>
              <a:rPr lang="nl-NL" sz="2100" dirty="0"/>
              <a:t>slides toevoegen (</a:t>
            </a:r>
            <a:r>
              <a:rPr lang="nl-NL" sz="2100" b="1" dirty="0"/>
              <a:t>via copy-paste</a:t>
            </a:r>
            <a:r>
              <a:rPr lang="nl-NL" sz="2100" dirty="0"/>
              <a:t>)? Zorg er dan </a:t>
            </a:r>
            <a:r>
              <a:rPr lang="nl-NL" sz="2100" b="1" dirty="0"/>
              <a:t>altijd</a:t>
            </a:r>
            <a:r>
              <a:rPr lang="nl-NL" sz="2100" dirty="0"/>
              <a:t> voor dat je die tekst </a:t>
            </a:r>
            <a:r>
              <a:rPr lang="nl-NL" sz="2100" b="1" dirty="0"/>
              <a:t>plakt als </a:t>
            </a:r>
            <a:br>
              <a:rPr lang="nl-NL" sz="2100" b="1" dirty="0"/>
            </a:br>
            <a:r>
              <a:rPr lang="nl-NL" sz="2100" b="1" dirty="0"/>
              <a:t>niet-opgemaakte tekst </a:t>
            </a:r>
            <a:r>
              <a:rPr lang="nl-NL" sz="2100" dirty="0"/>
              <a:t>(via ‘plakopties’). Anders wordt de tekst niet correct opgemaakt.</a:t>
            </a:r>
            <a:endParaRPr lang="nl-NL" sz="2100" b="1" dirty="0"/>
          </a:p>
          <a:p>
            <a:pPr>
              <a:spcBef>
                <a:spcPts val="1500"/>
              </a:spcBef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2. </a:t>
            </a:r>
            <a:r>
              <a:rPr lang="nl-NL" sz="2100" b="1" dirty="0"/>
              <a:t>Hoe een tekst zonder </a:t>
            </a:r>
            <a:r>
              <a:rPr lang="nl-NL" sz="2100" b="1" dirty="0" err="1"/>
              <a:t>bullets</a:t>
            </a:r>
            <a:r>
              <a:rPr lang="nl-NL" sz="2100" b="1" dirty="0"/>
              <a:t> </a:t>
            </a:r>
            <a:r>
              <a:rPr lang="nl-NL" sz="2100" dirty="0"/>
              <a:t>(= standaardtekst bij een nieuwe slide) </a:t>
            </a:r>
            <a:r>
              <a:rPr lang="nl-NL" sz="2100" b="1" dirty="0"/>
              <a:t>omzetten naar een </a:t>
            </a:r>
            <a:r>
              <a:rPr lang="nl-NL" sz="2100" b="1" dirty="0" err="1"/>
              <a:t>bulleted</a:t>
            </a:r>
            <a:r>
              <a:rPr lang="nl-NL" sz="2100" b="1" dirty="0"/>
              <a:t> list</a:t>
            </a:r>
            <a:r>
              <a:rPr lang="nl-NL" sz="2100" dirty="0"/>
              <a:t>?</a:t>
            </a:r>
          </a:p>
          <a:p>
            <a:pPr lvl="1"/>
            <a:r>
              <a:rPr lang="nl-NL" sz="2100" dirty="0"/>
              <a:t>Selecteer de tekst en klik op de ‘TAB’-toets op je toetsenbord of op het alinea-icoontje ‘Lijstniveau verhogen’:</a:t>
            </a:r>
          </a:p>
          <a:p>
            <a:pPr marL="360000" lvl="2" indent="0">
              <a:buNone/>
            </a:pPr>
            <a:r>
              <a:rPr lang="nl-NL" sz="2100" dirty="0"/>
              <a:t>( </a:t>
            </a:r>
            <a:r>
              <a:rPr lang="nl-NL" sz="2100" dirty="0">
                <a:solidFill>
                  <a:schemeClr val="bg2"/>
                </a:solidFill>
              </a:rPr>
              <a:t>! </a:t>
            </a:r>
            <a:r>
              <a:rPr lang="nl-NL" sz="2100" dirty="0"/>
              <a:t>Voeg </a:t>
            </a:r>
            <a:r>
              <a:rPr lang="nl-NL" sz="2100" b="1" u="sng" dirty="0">
                <a:solidFill>
                  <a:schemeClr val="bg2"/>
                </a:solidFill>
              </a:rPr>
              <a:t>alleszins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b="1" u="sng" dirty="0">
                <a:solidFill>
                  <a:schemeClr val="bg2"/>
                </a:solidFill>
              </a:rPr>
              <a:t>niet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dirty="0"/>
              <a:t>zelf een </a:t>
            </a:r>
            <a:r>
              <a:rPr lang="nl-NL" sz="2100" dirty="0" err="1"/>
              <a:t>bullet</a:t>
            </a:r>
            <a:r>
              <a:rPr lang="nl-NL" sz="2100" dirty="0"/>
              <a:t> toe </a:t>
            </a:r>
            <a:r>
              <a:rPr lang="nl-NL" sz="2100" u="sng" dirty="0"/>
              <a:t>via ‘Opsommingstekens’</a:t>
            </a:r>
            <a:r>
              <a:rPr lang="nl-NL" sz="2100" dirty="0"/>
              <a:t>:        )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3. </a:t>
            </a:r>
            <a:r>
              <a:rPr lang="nl-NL" sz="2100" b="1" dirty="0"/>
              <a:t>Hoe het lijstniveau van een opsomming verhogen/verlagen?</a:t>
            </a:r>
          </a:p>
          <a:p>
            <a:pPr lvl="1"/>
            <a:r>
              <a:rPr lang="nl-NL" sz="2100" dirty="0"/>
              <a:t>Klik op de alinea-icoontjes ‘Lijstniveau verhogen/verlagen’: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4.</a:t>
            </a:r>
            <a:r>
              <a:rPr lang="nl-NL" sz="2100" b="1" dirty="0"/>
              <a:t> Hoe de testfoto op de voorbeeldslides vervangen door een eigen foto?</a:t>
            </a:r>
          </a:p>
          <a:p>
            <a:pPr lvl="1"/>
            <a:r>
              <a:rPr lang="nl-NL" sz="2100" dirty="0"/>
              <a:t>Verwijder eerst de testfoto. Voeg daarna je eigen foto toe via de vrijgekomen </a:t>
            </a:r>
            <a:r>
              <a:rPr lang="nl-NL" sz="2100" dirty="0" err="1"/>
              <a:t>placeholder</a:t>
            </a:r>
            <a:r>
              <a:rPr lang="nl-NL" sz="2100" dirty="0"/>
              <a:t>.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13EA7BD7-9176-AAFF-A981-B5AC372A6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758" y="3808974"/>
            <a:ext cx="552450" cy="2476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481A0264-01A1-0B36-2A31-1FEA9B50F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626" y="4163988"/>
            <a:ext cx="447675" cy="2857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9C98B1CE-78EA-269E-1329-7A5A0887944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363"/>
          <a:stretch/>
        </p:blipFill>
        <p:spPr>
          <a:xfrm>
            <a:off x="7965429" y="4986516"/>
            <a:ext cx="638264" cy="32810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6638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Nice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Foto’s kadreren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6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r>
              <a:rPr lang="nl-NL" dirty="0"/>
              <a:t>Op de </a:t>
            </a:r>
            <a:r>
              <a:rPr lang="nl-NL" b="1" dirty="0"/>
              <a:t>voorbeeldslides</a:t>
            </a:r>
            <a:r>
              <a:rPr lang="nl-NL" dirty="0"/>
              <a:t> wordt elk </a:t>
            </a:r>
            <a:r>
              <a:rPr lang="nl-NL" b="1" dirty="0"/>
              <a:t>fotokader automatisch gevuld </a:t>
            </a:r>
            <a:r>
              <a:rPr lang="nl-NL" dirty="0"/>
              <a:t>met de foto die jij kiest (tip: wel altijd eerst de dummy foto verwijderen). De </a:t>
            </a:r>
            <a:r>
              <a:rPr lang="nl-NL" b="1" dirty="0"/>
              <a:t>exacte</a:t>
            </a:r>
            <a:r>
              <a:rPr lang="nl-NL" dirty="0"/>
              <a:t> </a:t>
            </a:r>
            <a:r>
              <a:rPr lang="nl-NL" b="1" dirty="0"/>
              <a:t>kadrering</a:t>
            </a:r>
            <a:r>
              <a:rPr lang="nl-NL" dirty="0"/>
              <a:t> van de door jou gekozen foto kan je vervolgens als volgt </a:t>
            </a:r>
            <a:r>
              <a:rPr lang="nl-NL" b="1" dirty="0"/>
              <a:t>aanpassen</a:t>
            </a:r>
            <a:r>
              <a:rPr lang="nl-NL" dirty="0"/>
              <a:t>:</a:t>
            </a:r>
            <a:br>
              <a:rPr lang="nl-NL" dirty="0"/>
            </a:br>
            <a:endParaRPr lang="nl-NL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Klik op de foto.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In menubalk [bovenaan]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‘Afbeeldingsindeling’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‘Bijsnijden’.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Een donkergrijs kader verschijnt, afgelijnd met 8 zwarte handgreepjes.</a:t>
            </a:r>
            <a:br>
              <a:rPr lang="nl-NL" sz="2000" dirty="0"/>
            </a:b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vergroten/verkleinen: </a:t>
            </a:r>
            <a:r>
              <a:rPr lang="nl-NL" sz="2000" dirty="0"/>
              <a:t>versleep een wit hoekcirkeltje. 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 </a:t>
            </a:r>
            <a:r>
              <a:rPr lang="nl-NL" sz="2000" u="sng" dirty="0"/>
              <a:t>Gebruik enkel de cirkels in de hoeken</a:t>
            </a:r>
            <a:r>
              <a:rPr lang="nl-NL" sz="2000" dirty="0"/>
              <a:t>, anders trek je </a:t>
            </a:r>
            <a:br>
              <a:rPr lang="nl-NL" sz="2000" dirty="0"/>
            </a:br>
            <a:r>
              <a:rPr lang="nl-NL" sz="2000" dirty="0"/>
              <a:t>  de foto uit verhouding.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kadreren:</a:t>
            </a:r>
            <a:r>
              <a:rPr lang="nl-NL" sz="2000" dirty="0"/>
              <a:t> klik in het donkergrijze vlak, hou je muis </a:t>
            </a:r>
            <a:br>
              <a:rPr lang="nl-NL" sz="2000" dirty="0"/>
            </a:br>
            <a:r>
              <a:rPr lang="nl-NL" sz="2000" dirty="0"/>
              <a:t>ingedrukt en beweeg naar links/rechts/boven/onder.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</a:t>
            </a:r>
            <a:r>
              <a:rPr lang="nl-NL" sz="2000" dirty="0"/>
              <a:t> </a:t>
            </a:r>
            <a:r>
              <a:rPr lang="nl-NL" sz="2000" u="sng" dirty="0"/>
              <a:t>Raak niet aan de zwarte handgreepjes</a:t>
            </a:r>
            <a:r>
              <a:rPr lang="nl-NL" sz="2000" dirty="0"/>
              <a:t> rond de foto.</a:t>
            </a:r>
            <a:endParaRPr lang="nl-BE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AFC6BB-01F6-309A-76AE-CDAD785110D6}"/>
              </a:ext>
            </a:extLst>
          </p:cNvPr>
          <p:cNvGrpSpPr/>
          <p:nvPr/>
        </p:nvGrpSpPr>
        <p:grpSpPr>
          <a:xfrm>
            <a:off x="7699375" y="3944876"/>
            <a:ext cx="2713852" cy="2608705"/>
            <a:chOff x="7699375" y="3944876"/>
            <a:chExt cx="2713852" cy="260870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4116FCA-DA01-D694-A7E8-5069248DA993}"/>
                </a:ext>
              </a:extLst>
            </p:cNvPr>
            <p:cNvGrpSpPr/>
            <p:nvPr/>
          </p:nvGrpSpPr>
          <p:grpSpPr>
            <a:xfrm>
              <a:off x="8089865" y="3944876"/>
              <a:ext cx="2323362" cy="2608705"/>
              <a:chOff x="8089865" y="3944876"/>
              <a:chExt cx="2323362" cy="2608705"/>
            </a:xfrm>
          </p:grpSpPr>
          <p:pic>
            <p:nvPicPr>
              <p:cNvPr id="10" name="Picture 9" descr="A group of people walking through a building&#10;&#10;Description automatically generated with medium confidence">
                <a:extLst>
                  <a:ext uri="{FF2B5EF4-FFF2-40B4-BE49-F238E27FC236}">
                    <a16:creationId xmlns:a16="http://schemas.microsoft.com/office/drawing/2014/main" id="{5696C09F-2FC7-1D5A-32B0-0D1F25B0CB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245985" y="4073297"/>
                <a:ext cx="2167242" cy="248028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128F31BB-A12C-24B4-D4FB-778A10FDE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089865" y="3944876"/>
                <a:ext cx="540000" cy="54000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12700">
                <a:solidFill>
                  <a:schemeClr val="bg1"/>
                </a:solidFill>
              </a:ln>
            </p:spPr>
          </p:pic>
        </p:grpSp>
        <p:cxnSp>
          <p:nvCxnSpPr>
            <p:cNvPr id="7" name="Rechte verbindingslijn met pijl 6">
              <a:extLst>
                <a:ext uri="{FF2B5EF4-FFF2-40B4-BE49-F238E27FC236}">
                  <a16:creationId xmlns:a16="http://schemas.microsoft.com/office/drawing/2014/main" id="{2391293C-6D48-D44B-4708-AB06420BE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9375" y="4126966"/>
              <a:ext cx="533875" cy="121184"/>
            </a:xfrm>
            <a:prstGeom prst="straightConnector1">
              <a:avLst/>
            </a:prstGeom>
            <a:ln w="25400">
              <a:solidFill>
                <a:schemeClr val="bg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294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3D3A2-7CB5-8269-3D23-96018186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Bestaande slides omzetten naar het nieuwe sjabloon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B4D2640-6185-754B-328E-A591B67283A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7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8E144380-8161-4EEA-128F-4C80783EF00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92500"/>
          </a:bodyPr>
          <a:lstStyle/>
          <a:p>
            <a:r>
              <a:rPr lang="nl-BE" dirty="0"/>
              <a:t>Er bestaat helaas geen magische oplossing om bestaande slides volledig automatisch in een nieuw sjabloon te steken. Maar </a:t>
            </a:r>
            <a:r>
              <a:rPr lang="nl-BE" b="1" dirty="0"/>
              <a:t>als je bij de opmaak van je bestaande slides ingebouwde lay-outs gebruikte</a:t>
            </a:r>
            <a:r>
              <a:rPr lang="nl-BE" dirty="0"/>
              <a:t> (en dus niet ‘</a:t>
            </a:r>
            <a:r>
              <a:rPr lang="nl-BE" dirty="0" err="1"/>
              <a:t>from</a:t>
            </a:r>
            <a:r>
              <a:rPr lang="nl-BE" dirty="0"/>
              <a:t> scratch’ zelf getekende titel- en tekstvakken toevoegde) </a:t>
            </a:r>
            <a:r>
              <a:rPr lang="nl-BE" b="1" dirty="0"/>
              <a:t>kan dat relatief snel gaan</a:t>
            </a:r>
            <a:r>
              <a:rPr lang="nl-BE" dirty="0"/>
              <a:t>.</a:t>
            </a:r>
          </a:p>
          <a:p>
            <a:endParaRPr lang="nl-BE" dirty="0"/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[Menubalk]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400" dirty="0">
                <a:sym typeface="Wingdings" panose="05000000000000000000" pitchFamily="2" charset="2"/>
              </a:rPr>
              <a:t> </a:t>
            </a:r>
            <a:r>
              <a:rPr lang="nl-NL" dirty="0"/>
              <a:t>‘Dia’s opnieuw gebruiken’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dirty="0"/>
              <a:t> Selecteer de </a:t>
            </a:r>
            <a:r>
              <a:rPr lang="nl-NL" dirty="0" err="1"/>
              <a:t>PowerPoint-presentatie</a:t>
            </a:r>
            <a:r>
              <a:rPr lang="nl-NL" dirty="0"/>
              <a:t> die je wil omzetten.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Zet ‘Bronopmaak gebruiken’ zeker uit!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Klik op ‘Alles invoegen’ of voeg een selectie van slides toe (via ‘Dia invoegen’).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Zodra de slides zijn toegevoegd stel je per slide de nieuwe lay-out in: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Selecteer een slide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[</a:t>
            </a:r>
            <a:r>
              <a:rPr lang="nl-NL" sz="2200" dirty="0"/>
              <a:t>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</a:t>
            </a:r>
            <a:r>
              <a:rPr lang="nl-NL" sz="2200" dirty="0"/>
              <a:t>‘Indeling’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Kies de gewenste nieuwe lay-out.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Tip: je kan dit voor meerdere slides tegelijk doen als je eerst meerdere slides selecteert (via de shift-toets of de ctrl-toets).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Kijk ten slotte slide per slide na of de originele input correct werd omgezet.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10533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Probleemstelling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Toetsen van sollicitanten op kennis en kunnen</a:t>
            </a:r>
          </a:p>
          <a:p>
            <a:pPr lvl="1"/>
            <a:r>
              <a:rPr lang="nl-BE" dirty="0"/>
              <a:t>Juniors een inzicht geven in real-life netwerk topologie</a:t>
            </a:r>
            <a:r>
              <a:rPr lang="en-GB" dirty="0" err="1"/>
              <a:t>ën</a:t>
            </a:r>
            <a:endParaRPr lang="nl-BE" dirty="0"/>
          </a:p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A18DE-3BBE-0B60-8DEE-BE0FC84C9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3268275"/>
            <a:ext cx="48678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Emulated Virtual Environment – Next Generation</a:t>
            </a:r>
            <a:endParaRPr lang="en-BE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9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262" y="1420431"/>
            <a:ext cx="4876800" cy="195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Beginsituatie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10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463" y="498497"/>
            <a:ext cx="3662934" cy="348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Huidige</a:t>
            </a:r>
            <a:r>
              <a:rPr lang="en-GB" dirty="0"/>
              <a:t> </a:t>
            </a:r>
            <a:r>
              <a:rPr lang="en-GB" dirty="0" err="1"/>
              <a:t>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11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Vereisten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Active Directory </a:t>
            </a:r>
            <a:r>
              <a:rPr lang="en-GB" dirty="0" err="1"/>
              <a:t>Integratie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13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Labo’s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14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Automatisering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15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03DB-A978-51D1-233C-0D7580DD8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D67CCB3-241C-4D8D-731A-451C8148C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A12CB-0BFA-C087-3D31-1AA48190160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16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D4DDD7-C1FC-583F-2CCB-55B96AAB42D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995516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027E3-55EB-E898-FCCA-B8C4A66BC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13C2685-4ECE-BD74-EA08-1B94D95EF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F8666B-B05F-DA56-8964-E8588ED1C44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17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62B5E00-EBAE-A3E2-66D1-7DF10071A8D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3326672099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B92E74-0DAA-4211-914A-CE18DD5C2D9B}">
  <ds:schemaRefs>
    <ds:schemaRef ds:uri="http://schemas.microsoft.com/office/2006/metadata/properties"/>
    <ds:schemaRef ds:uri="http://schemas.microsoft.com/office/infopath/2007/PartnerControls"/>
    <ds:schemaRef ds:uri="254ef4c1-7c04-4bd8-aace-2dac36451d1b"/>
    <ds:schemaRef ds:uri="1946ab53-a53d-4984-8df3-e4b9666a144b"/>
    <ds:schemaRef ds:uri="81249da2-3a8f-45ef-b1b9-1dc6c8419276"/>
    <ds:schemaRef ds:uri="955397e3-1a64-431e-9b52-957294e223db"/>
  </ds:schemaRefs>
</ds:datastoreItem>
</file>

<file path=customXml/itemProps2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3718</TotalTime>
  <Words>1105</Words>
  <Application>Microsoft Office PowerPoint</Application>
  <PresentationFormat>Widescreen</PresentationFormat>
  <Paragraphs>126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Century Gothic</vt:lpstr>
      <vt:lpstr>Wingdings</vt:lpstr>
      <vt:lpstr>WIT</vt:lpstr>
      <vt:lpstr>ORANJE</vt:lpstr>
      <vt:lpstr>BLAUW</vt:lpstr>
      <vt:lpstr>Ontwikkeling van een virtuele leer- en testomgeving met EVE-NG Pro</vt:lpstr>
      <vt:lpstr>Inhoudstafel</vt:lpstr>
      <vt:lpstr>Inhoud van jouw  eind- presentatie</vt:lpstr>
      <vt:lpstr>Hoe werkt dit PowerPoint-sjabloon?</vt:lpstr>
      <vt:lpstr>Need to know | 4 cruciale tips!</vt:lpstr>
      <vt:lpstr>Nice to know | Foto’s kadreren</vt:lpstr>
      <vt:lpstr>Bestaande slides omzetten naar het nieuwe sjabloon</vt:lpstr>
      <vt:lpstr>Probleemstelling</vt:lpstr>
      <vt:lpstr>Emulated Virtual Environment – Next Generation</vt:lpstr>
      <vt:lpstr>Beginsituatie</vt:lpstr>
      <vt:lpstr>Huidige situatie</vt:lpstr>
      <vt:lpstr>Vereisten</vt:lpstr>
      <vt:lpstr>Active Directory Integratie</vt:lpstr>
      <vt:lpstr>Labo’s</vt:lpstr>
      <vt:lpstr>Automatisering</vt:lpstr>
      <vt:lpstr>Korte of lange titel</vt:lpstr>
      <vt:lpstr>Korte of lange titel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2070</cp:revision>
  <cp:lastPrinted>2023-01-03T10:29:33Z</cp:lastPrinted>
  <dcterms:created xsi:type="dcterms:W3CDTF">2022-09-05T06:43:33Z</dcterms:created>
  <dcterms:modified xsi:type="dcterms:W3CDTF">2026-06-02T06:27:33Z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