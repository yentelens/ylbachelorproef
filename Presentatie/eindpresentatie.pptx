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29"/>
  </p:notesMasterIdLst>
  <p:handoutMasterIdLst>
    <p:handoutMasterId r:id="rId30"/>
  </p:handoutMasterIdLst>
  <p:sldIdLst>
    <p:sldId id="543" r:id="rId7"/>
    <p:sldId id="569" r:id="rId8"/>
    <p:sldId id="549" r:id="rId9"/>
    <p:sldId id="563" r:id="rId10"/>
    <p:sldId id="564" r:id="rId11"/>
    <p:sldId id="572" r:id="rId12"/>
    <p:sldId id="584" r:id="rId13"/>
    <p:sldId id="565" r:id="rId14"/>
    <p:sldId id="566" r:id="rId15"/>
    <p:sldId id="567" r:id="rId16"/>
    <p:sldId id="573" r:id="rId17"/>
    <p:sldId id="574" r:id="rId18"/>
    <p:sldId id="575" r:id="rId19"/>
    <p:sldId id="568" r:id="rId20"/>
    <p:sldId id="576" r:id="rId21"/>
    <p:sldId id="577" r:id="rId22"/>
    <p:sldId id="578" r:id="rId23"/>
    <p:sldId id="581" r:id="rId24"/>
    <p:sldId id="579" r:id="rId25"/>
    <p:sldId id="580" r:id="rId26"/>
    <p:sldId id="582" r:id="rId27"/>
    <p:sldId id="585" r:id="rId28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1E4"/>
    <a:srgbClr val="000000"/>
    <a:srgbClr val="F04619"/>
    <a:srgbClr val="E8EBEE"/>
    <a:srgbClr val="F2F5F8"/>
    <a:srgbClr val="FA6432"/>
    <a:srgbClr val="000A1E"/>
    <a:srgbClr val="002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3" autoAdjust="0"/>
    <p:restoredTop sz="91359"/>
  </p:normalViewPr>
  <p:slideViewPr>
    <p:cSldViewPr snapToGrid="0">
      <p:cViewPr varScale="1">
        <p:scale>
          <a:sx n="46" d="100"/>
          <a:sy n="46" d="100"/>
        </p:scale>
        <p:origin x="62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06/04/2026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607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2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5938" y="512763"/>
            <a:ext cx="1274400" cy="50868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5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9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15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A81C2DF-9ED3-914A-1241-85BF79B31D13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3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1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56828E65-EF47-9D79-C8FF-4DCA2323B57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11" name="Graphic 2">
            <a:extLst>
              <a:ext uri="{FF2B5EF4-FFF2-40B4-BE49-F238E27FC236}">
                <a16:creationId xmlns:a16="http://schemas.microsoft.com/office/drawing/2014/main" id="{BC1DFA2F-C6C6-2C70-06EA-2246E40CAF13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Graphic 4">
            <a:extLst>
              <a:ext uri="{FF2B5EF4-FFF2-40B4-BE49-F238E27FC236}">
                <a16:creationId xmlns:a16="http://schemas.microsoft.com/office/drawing/2014/main" id="{D537CA77-3745-5EBE-585A-902AE689ECCA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Graphic 6">
            <a:extLst>
              <a:ext uri="{FF2B5EF4-FFF2-40B4-BE49-F238E27FC236}">
                <a16:creationId xmlns:a16="http://schemas.microsoft.com/office/drawing/2014/main" id="{2F66F28C-0BB1-7E17-4535-D4951B0E6AB9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7FCBFD9-CA1F-2F98-39D5-9E610BEA156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0979 w 12192000"/>
              <a:gd name="connsiteY0" fmla="*/ 919656 h 6858000"/>
              <a:gd name="connsiteX1" fmla="*/ 1068878 w 12192000"/>
              <a:gd name="connsiteY1" fmla="*/ 1021359 h 6858000"/>
              <a:gd name="connsiteX2" fmla="*/ 1226778 w 12192000"/>
              <a:gd name="connsiteY2" fmla="*/ 919656 h 6858000"/>
              <a:gd name="connsiteX3" fmla="*/ 1334123 w 12192000"/>
              <a:gd name="connsiteY3" fmla="*/ 742743 h 6858000"/>
              <a:gd name="connsiteX4" fmla="*/ 1419360 w 12192000"/>
              <a:gd name="connsiteY4" fmla="*/ 742743 h 6858000"/>
              <a:gd name="connsiteX5" fmla="*/ 1469558 w 12192000"/>
              <a:gd name="connsiteY5" fmla="*/ 792941 h 6858000"/>
              <a:gd name="connsiteX6" fmla="*/ 1419360 w 12192000"/>
              <a:gd name="connsiteY6" fmla="*/ 843138 h 6858000"/>
              <a:gd name="connsiteX7" fmla="*/ 1334123 w 12192000"/>
              <a:gd name="connsiteY7" fmla="*/ 843138 h 6858000"/>
              <a:gd name="connsiteX8" fmla="*/ 1639127 w 12192000"/>
              <a:gd name="connsiteY8" fmla="*/ 679099 h 6858000"/>
              <a:gd name="connsiteX9" fmla="*/ 1555658 w 12192000"/>
              <a:gd name="connsiteY9" fmla="*/ 762569 h 6858000"/>
              <a:gd name="connsiteX10" fmla="*/ 1555658 w 12192000"/>
              <a:gd name="connsiteY10" fmla="*/ 933425 h 6858000"/>
              <a:gd name="connsiteX11" fmla="*/ 1639127 w 12192000"/>
              <a:gd name="connsiteY11" fmla="*/ 1016894 h 6858000"/>
              <a:gd name="connsiteX12" fmla="*/ 1786901 w 12192000"/>
              <a:gd name="connsiteY12" fmla="*/ 1016894 h 6858000"/>
              <a:gd name="connsiteX13" fmla="*/ 1790281 w 12192000"/>
              <a:gd name="connsiteY13" fmla="*/ 1013516 h 6858000"/>
              <a:gd name="connsiteX14" fmla="*/ 1790281 w 12192000"/>
              <a:gd name="connsiteY14" fmla="*/ 956629 h 6858000"/>
              <a:gd name="connsiteX15" fmla="*/ 1786901 w 12192000"/>
              <a:gd name="connsiteY15" fmla="*/ 953251 h 6858000"/>
              <a:gd name="connsiteX16" fmla="*/ 1639127 w 12192000"/>
              <a:gd name="connsiteY16" fmla="*/ 953251 h 6858000"/>
              <a:gd name="connsiteX17" fmla="*/ 1623216 w 12192000"/>
              <a:gd name="connsiteY17" fmla="*/ 937340 h 6858000"/>
              <a:gd name="connsiteX18" fmla="*/ 1623216 w 12192000"/>
              <a:gd name="connsiteY18" fmla="*/ 878840 h 6858000"/>
              <a:gd name="connsiteX19" fmla="*/ 1770990 w 12192000"/>
              <a:gd name="connsiteY19" fmla="*/ 878840 h 6858000"/>
              <a:gd name="connsiteX20" fmla="*/ 1774369 w 12192000"/>
              <a:gd name="connsiteY20" fmla="*/ 875462 h 6858000"/>
              <a:gd name="connsiteX21" fmla="*/ 1774369 w 12192000"/>
              <a:gd name="connsiteY21" fmla="*/ 818574 h 6858000"/>
              <a:gd name="connsiteX22" fmla="*/ 1770990 w 12192000"/>
              <a:gd name="connsiteY22" fmla="*/ 815197 h 6858000"/>
              <a:gd name="connsiteX23" fmla="*/ 1623216 w 12192000"/>
              <a:gd name="connsiteY23" fmla="*/ 815197 h 6858000"/>
              <a:gd name="connsiteX24" fmla="*/ 1623216 w 12192000"/>
              <a:gd name="connsiteY24" fmla="*/ 758654 h 6858000"/>
              <a:gd name="connsiteX25" fmla="*/ 1639127 w 12192000"/>
              <a:gd name="connsiteY25" fmla="*/ 742743 h 6858000"/>
              <a:gd name="connsiteX26" fmla="*/ 1786901 w 12192000"/>
              <a:gd name="connsiteY26" fmla="*/ 742743 h 6858000"/>
              <a:gd name="connsiteX27" fmla="*/ 1790281 w 12192000"/>
              <a:gd name="connsiteY27" fmla="*/ 739366 h 6858000"/>
              <a:gd name="connsiteX28" fmla="*/ 1790281 w 12192000"/>
              <a:gd name="connsiteY28" fmla="*/ 682477 h 6858000"/>
              <a:gd name="connsiteX29" fmla="*/ 1786901 w 12192000"/>
              <a:gd name="connsiteY29" fmla="*/ 679099 h 6858000"/>
              <a:gd name="connsiteX30" fmla="*/ 1269942 w 12192000"/>
              <a:gd name="connsiteY30" fmla="*/ 679099 h 6858000"/>
              <a:gd name="connsiteX31" fmla="*/ 1266565 w 12192000"/>
              <a:gd name="connsiteY31" fmla="*/ 682478 h 6858000"/>
              <a:gd name="connsiteX32" fmla="*/ 1266565 w 12192000"/>
              <a:gd name="connsiteY32" fmla="*/ 1013516 h 6858000"/>
              <a:gd name="connsiteX33" fmla="*/ 1269942 w 12192000"/>
              <a:gd name="connsiteY33" fmla="*/ 1016894 h 6858000"/>
              <a:gd name="connsiteX34" fmla="*/ 1330745 w 12192000"/>
              <a:gd name="connsiteY34" fmla="*/ 1016894 h 6858000"/>
              <a:gd name="connsiteX35" fmla="*/ 1334123 w 12192000"/>
              <a:gd name="connsiteY35" fmla="*/ 1013516 h 6858000"/>
              <a:gd name="connsiteX36" fmla="*/ 1334123 w 12192000"/>
              <a:gd name="connsiteY36" fmla="*/ 906781 h 6858000"/>
              <a:gd name="connsiteX37" fmla="*/ 1400228 w 12192000"/>
              <a:gd name="connsiteY37" fmla="*/ 907083 h 6858000"/>
              <a:gd name="connsiteX38" fmla="*/ 1467002 w 12192000"/>
              <a:gd name="connsiteY38" fmla="*/ 1014503 h 6858000"/>
              <a:gd name="connsiteX39" fmla="*/ 1471307 w 12192000"/>
              <a:gd name="connsiteY39" fmla="*/ 1016894 h 6858000"/>
              <a:gd name="connsiteX40" fmla="*/ 1535992 w 12192000"/>
              <a:gd name="connsiteY40" fmla="*/ 1016894 h 6858000"/>
              <a:gd name="connsiteX41" fmla="*/ 1538861 w 12192000"/>
              <a:gd name="connsiteY41" fmla="*/ 1011733 h 6858000"/>
              <a:gd name="connsiteX42" fmla="*/ 1467097 w 12192000"/>
              <a:gd name="connsiteY42" fmla="*/ 896288 h 6858000"/>
              <a:gd name="connsiteX43" fmla="*/ 1533190 w 12192000"/>
              <a:gd name="connsiteY43" fmla="*/ 791395 h 6858000"/>
              <a:gd name="connsiteX44" fmla="*/ 1417002 w 12192000"/>
              <a:gd name="connsiteY44" fmla="*/ 679099 h 6858000"/>
              <a:gd name="connsiteX45" fmla="*/ 519316 w 12192000"/>
              <a:gd name="connsiteY45" fmla="*/ 679099 h 6858000"/>
              <a:gd name="connsiteX46" fmla="*/ 515938 w 12192000"/>
              <a:gd name="connsiteY46" fmla="*/ 682478 h 6858000"/>
              <a:gd name="connsiteX47" fmla="*/ 515938 w 12192000"/>
              <a:gd name="connsiteY47" fmla="*/ 1013516 h 6858000"/>
              <a:gd name="connsiteX48" fmla="*/ 519316 w 12192000"/>
              <a:gd name="connsiteY48" fmla="*/ 1016894 h 6858000"/>
              <a:gd name="connsiteX49" fmla="*/ 580119 w 12192000"/>
              <a:gd name="connsiteY49" fmla="*/ 1016894 h 6858000"/>
              <a:gd name="connsiteX50" fmla="*/ 583496 w 12192000"/>
              <a:gd name="connsiteY50" fmla="*/ 1013516 h 6858000"/>
              <a:gd name="connsiteX51" fmla="*/ 583496 w 12192000"/>
              <a:gd name="connsiteY51" fmla="*/ 784845 h 6858000"/>
              <a:gd name="connsiteX52" fmla="*/ 674227 w 12192000"/>
              <a:gd name="connsiteY52" fmla="*/ 960597 h 6858000"/>
              <a:gd name="connsiteX53" fmla="*/ 712413 w 12192000"/>
              <a:gd name="connsiteY53" fmla="*/ 960597 h 6858000"/>
              <a:gd name="connsiteX54" fmla="*/ 803634 w 12192000"/>
              <a:gd name="connsiteY54" fmla="*/ 784845 h 6858000"/>
              <a:gd name="connsiteX55" fmla="*/ 803634 w 12192000"/>
              <a:gd name="connsiteY55" fmla="*/ 1013516 h 6858000"/>
              <a:gd name="connsiteX56" fmla="*/ 807012 w 12192000"/>
              <a:gd name="connsiteY56" fmla="*/ 1016894 h 6858000"/>
              <a:gd name="connsiteX57" fmla="*/ 867814 w 12192000"/>
              <a:gd name="connsiteY57" fmla="*/ 1016894 h 6858000"/>
              <a:gd name="connsiteX58" fmla="*/ 871192 w 12192000"/>
              <a:gd name="connsiteY58" fmla="*/ 1013516 h 6858000"/>
              <a:gd name="connsiteX59" fmla="*/ 871192 w 12192000"/>
              <a:gd name="connsiteY59" fmla="*/ 682478 h 6858000"/>
              <a:gd name="connsiteX60" fmla="*/ 867814 w 12192000"/>
              <a:gd name="connsiteY60" fmla="*/ 679099 h 6858000"/>
              <a:gd name="connsiteX61" fmla="*/ 791052 w 12192000"/>
              <a:gd name="connsiteY61" fmla="*/ 679099 h 6858000"/>
              <a:gd name="connsiteX62" fmla="*/ 786551 w 12192000"/>
              <a:gd name="connsiteY62" fmla="*/ 681839 h 6858000"/>
              <a:gd name="connsiteX63" fmla="*/ 693810 w 12192000"/>
              <a:gd name="connsiteY63" fmla="*/ 861154 h 6858000"/>
              <a:gd name="connsiteX64" fmla="*/ 601556 w 12192000"/>
              <a:gd name="connsiteY64" fmla="*/ 681848 h 6858000"/>
              <a:gd name="connsiteX65" fmla="*/ 597051 w 12192000"/>
              <a:gd name="connsiteY65" fmla="*/ 679099 h 6858000"/>
              <a:gd name="connsiteX66" fmla="*/ 1068878 w 12192000"/>
              <a:gd name="connsiteY66" fmla="*/ 674636 h 6858000"/>
              <a:gd name="connsiteX67" fmla="*/ 895517 w 12192000"/>
              <a:gd name="connsiteY67" fmla="*/ 847997 h 6858000"/>
              <a:gd name="connsiteX68" fmla="*/ 897163 w 12192000"/>
              <a:gd name="connsiteY68" fmla="*/ 871884 h 6858000"/>
              <a:gd name="connsiteX69" fmla="*/ 961920 w 12192000"/>
              <a:gd name="connsiteY69" fmla="*/ 871884 h 6858000"/>
              <a:gd name="connsiteX70" fmla="*/ 959280 w 12192000"/>
              <a:gd name="connsiteY70" fmla="*/ 847997 h 6858000"/>
              <a:gd name="connsiteX71" fmla="*/ 1068878 w 12192000"/>
              <a:gd name="connsiteY71" fmla="*/ 738397 h 6858000"/>
              <a:gd name="connsiteX72" fmla="*/ 1178479 w 12192000"/>
              <a:gd name="connsiteY72" fmla="*/ 847997 h 6858000"/>
              <a:gd name="connsiteX73" fmla="*/ 1175836 w 12192000"/>
              <a:gd name="connsiteY73" fmla="*/ 871884 h 6858000"/>
              <a:gd name="connsiteX74" fmla="*/ 1240594 w 12192000"/>
              <a:gd name="connsiteY74" fmla="*/ 871884 h 6858000"/>
              <a:gd name="connsiteX75" fmla="*/ 1242240 w 12192000"/>
              <a:gd name="connsiteY75" fmla="*/ 847997 h 6858000"/>
              <a:gd name="connsiteX76" fmla="*/ 1068878 w 12192000"/>
              <a:gd name="connsiteY76" fmla="*/ 674636 h 6858000"/>
              <a:gd name="connsiteX77" fmla="*/ 1075294 w 12192000"/>
              <a:gd name="connsiteY77" fmla="*/ 544446 h 6858000"/>
              <a:gd name="connsiteX78" fmla="*/ 1090876 w 12192000"/>
              <a:gd name="connsiteY78" fmla="*/ 588594 h 6858000"/>
              <a:gd name="connsiteX79" fmla="*/ 1059711 w 12192000"/>
              <a:gd name="connsiteY79" fmla="*/ 588594 h 6858000"/>
              <a:gd name="connsiteX80" fmla="*/ 799860 w 12192000"/>
              <a:gd name="connsiteY80" fmla="*/ 538560 h 6858000"/>
              <a:gd name="connsiteX81" fmla="*/ 835525 w 12192000"/>
              <a:gd name="connsiteY81" fmla="*/ 574571 h 6858000"/>
              <a:gd name="connsiteX82" fmla="*/ 799860 w 12192000"/>
              <a:gd name="connsiteY82" fmla="*/ 610583 h 6858000"/>
              <a:gd name="connsiteX83" fmla="*/ 764194 w 12192000"/>
              <a:gd name="connsiteY83" fmla="*/ 574571 h 6858000"/>
              <a:gd name="connsiteX84" fmla="*/ 799860 w 12192000"/>
              <a:gd name="connsiteY84" fmla="*/ 538560 h 6858000"/>
              <a:gd name="connsiteX85" fmla="*/ 1061464 w 12192000"/>
              <a:gd name="connsiteY85" fmla="*/ 514840 h 6858000"/>
              <a:gd name="connsiteX86" fmla="*/ 1059097 w 12192000"/>
              <a:gd name="connsiteY86" fmla="*/ 516480 h 6858000"/>
              <a:gd name="connsiteX87" fmla="*/ 1015512 w 12192000"/>
              <a:gd name="connsiteY87" fmla="*/ 632593 h 6858000"/>
              <a:gd name="connsiteX88" fmla="*/ 1016695 w 12192000"/>
              <a:gd name="connsiteY88" fmla="*/ 634302 h 6858000"/>
              <a:gd name="connsiteX89" fmla="*/ 1041825 w 12192000"/>
              <a:gd name="connsiteY89" fmla="*/ 634302 h 6858000"/>
              <a:gd name="connsiteX90" fmla="*/ 1044208 w 12192000"/>
              <a:gd name="connsiteY90" fmla="*/ 632620 h 6858000"/>
              <a:gd name="connsiteX91" fmla="*/ 1051055 w 12192000"/>
              <a:gd name="connsiteY91" fmla="*/ 613353 h 6858000"/>
              <a:gd name="connsiteX92" fmla="*/ 1099532 w 12192000"/>
              <a:gd name="connsiteY92" fmla="*/ 613353 h 6858000"/>
              <a:gd name="connsiteX93" fmla="*/ 1106379 w 12192000"/>
              <a:gd name="connsiteY93" fmla="*/ 632620 h 6858000"/>
              <a:gd name="connsiteX94" fmla="*/ 1108762 w 12192000"/>
              <a:gd name="connsiteY94" fmla="*/ 634302 h 6858000"/>
              <a:gd name="connsiteX95" fmla="*/ 1134583 w 12192000"/>
              <a:gd name="connsiteY95" fmla="*/ 634302 h 6858000"/>
              <a:gd name="connsiteX96" fmla="*/ 1135766 w 12192000"/>
              <a:gd name="connsiteY96" fmla="*/ 632592 h 6858000"/>
              <a:gd name="connsiteX97" fmla="*/ 1092012 w 12192000"/>
              <a:gd name="connsiteY97" fmla="*/ 516477 h 6858000"/>
              <a:gd name="connsiteX98" fmla="*/ 1089646 w 12192000"/>
              <a:gd name="connsiteY98" fmla="*/ 514840 h 6858000"/>
              <a:gd name="connsiteX99" fmla="*/ 877639 w 12192000"/>
              <a:gd name="connsiteY99" fmla="*/ 514840 h 6858000"/>
              <a:gd name="connsiteX100" fmla="*/ 876376 w 12192000"/>
              <a:gd name="connsiteY100" fmla="*/ 516104 h 6858000"/>
              <a:gd name="connsiteX101" fmla="*/ 876376 w 12192000"/>
              <a:gd name="connsiteY101" fmla="*/ 633038 h 6858000"/>
              <a:gd name="connsiteX102" fmla="*/ 877639 w 12192000"/>
              <a:gd name="connsiteY102" fmla="*/ 634302 h 6858000"/>
              <a:gd name="connsiteX103" fmla="*/ 901946 w 12192000"/>
              <a:gd name="connsiteY103" fmla="*/ 634302 h 6858000"/>
              <a:gd name="connsiteX104" fmla="*/ 903210 w 12192000"/>
              <a:gd name="connsiteY104" fmla="*/ 633038 h 6858000"/>
              <a:gd name="connsiteX105" fmla="*/ 903210 w 12192000"/>
              <a:gd name="connsiteY105" fmla="*/ 557604 h 6858000"/>
              <a:gd name="connsiteX106" fmla="*/ 933335 w 12192000"/>
              <a:gd name="connsiteY106" fmla="*/ 614218 h 6858000"/>
              <a:gd name="connsiteX107" fmla="*/ 948571 w 12192000"/>
              <a:gd name="connsiteY107" fmla="*/ 614218 h 6858000"/>
              <a:gd name="connsiteX108" fmla="*/ 978696 w 12192000"/>
              <a:gd name="connsiteY108" fmla="*/ 557604 h 6858000"/>
              <a:gd name="connsiteX109" fmla="*/ 978696 w 12192000"/>
              <a:gd name="connsiteY109" fmla="*/ 633038 h 6858000"/>
              <a:gd name="connsiteX110" fmla="*/ 979960 w 12192000"/>
              <a:gd name="connsiteY110" fmla="*/ 634302 h 6858000"/>
              <a:gd name="connsiteX111" fmla="*/ 1004267 w 12192000"/>
              <a:gd name="connsiteY111" fmla="*/ 634302 h 6858000"/>
              <a:gd name="connsiteX112" fmla="*/ 1005532 w 12192000"/>
              <a:gd name="connsiteY112" fmla="*/ 633038 h 6858000"/>
              <a:gd name="connsiteX113" fmla="*/ 1005532 w 12192000"/>
              <a:gd name="connsiteY113" fmla="*/ 516104 h 6858000"/>
              <a:gd name="connsiteX114" fmla="*/ 1004267 w 12192000"/>
              <a:gd name="connsiteY114" fmla="*/ 514840 h 6858000"/>
              <a:gd name="connsiteX115" fmla="*/ 974321 w 12192000"/>
              <a:gd name="connsiteY115" fmla="*/ 514840 h 6858000"/>
              <a:gd name="connsiteX116" fmla="*/ 972094 w 12192000"/>
              <a:gd name="connsiteY116" fmla="*/ 516173 h 6858000"/>
              <a:gd name="connsiteX117" fmla="*/ 941126 w 12192000"/>
              <a:gd name="connsiteY117" fmla="*/ 573878 h 6858000"/>
              <a:gd name="connsiteX118" fmla="*/ 910330 w 12192000"/>
              <a:gd name="connsiteY118" fmla="*/ 516178 h 6858000"/>
              <a:gd name="connsiteX119" fmla="*/ 908101 w 12192000"/>
              <a:gd name="connsiteY119" fmla="*/ 514840 h 6858000"/>
              <a:gd name="connsiteX120" fmla="*/ 622806 w 12192000"/>
              <a:gd name="connsiteY120" fmla="*/ 514840 h 6858000"/>
              <a:gd name="connsiteX121" fmla="*/ 621542 w 12192000"/>
              <a:gd name="connsiteY121" fmla="*/ 516104 h 6858000"/>
              <a:gd name="connsiteX122" fmla="*/ 621542 w 12192000"/>
              <a:gd name="connsiteY122" fmla="*/ 633038 h 6858000"/>
              <a:gd name="connsiteX123" fmla="*/ 622806 w 12192000"/>
              <a:gd name="connsiteY123" fmla="*/ 634302 h 6858000"/>
              <a:gd name="connsiteX124" fmla="*/ 647113 w 12192000"/>
              <a:gd name="connsiteY124" fmla="*/ 634302 h 6858000"/>
              <a:gd name="connsiteX125" fmla="*/ 648377 w 12192000"/>
              <a:gd name="connsiteY125" fmla="*/ 633038 h 6858000"/>
              <a:gd name="connsiteX126" fmla="*/ 648377 w 12192000"/>
              <a:gd name="connsiteY126" fmla="*/ 586863 h 6858000"/>
              <a:gd name="connsiteX127" fmla="*/ 696335 w 12192000"/>
              <a:gd name="connsiteY127" fmla="*/ 586863 h 6858000"/>
              <a:gd name="connsiteX128" fmla="*/ 696335 w 12192000"/>
              <a:gd name="connsiteY128" fmla="*/ 633038 h 6858000"/>
              <a:gd name="connsiteX129" fmla="*/ 697598 w 12192000"/>
              <a:gd name="connsiteY129" fmla="*/ 634302 h 6858000"/>
              <a:gd name="connsiteX130" fmla="*/ 721905 w 12192000"/>
              <a:gd name="connsiteY130" fmla="*/ 634302 h 6858000"/>
              <a:gd name="connsiteX131" fmla="*/ 723171 w 12192000"/>
              <a:gd name="connsiteY131" fmla="*/ 633038 h 6858000"/>
              <a:gd name="connsiteX132" fmla="*/ 723171 w 12192000"/>
              <a:gd name="connsiteY132" fmla="*/ 516104 h 6858000"/>
              <a:gd name="connsiteX133" fmla="*/ 721905 w 12192000"/>
              <a:gd name="connsiteY133" fmla="*/ 514840 h 6858000"/>
              <a:gd name="connsiteX134" fmla="*/ 697598 w 12192000"/>
              <a:gd name="connsiteY134" fmla="*/ 514840 h 6858000"/>
              <a:gd name="connsiteX135" fmla="*/ 696335 w 12192000"/>
              <a:gd name="connsiteY135" fmla="*/ 516104 h 6858000"/>
              <a:gd name="connsiteX136" fmla="*/ 696335 w 12192000"/>
              <a:gd name="connsiteY136" fmla="*/ 561586 h 6858000"/>
              <a:gd name="connsiteX137" fmla="*/ 648377 w 12192000"/>
              <a:gd name="connsiteY137" fmla="*/ 561586 h 6858000"/>
              <a:gd name="connsiteX138" fmla="*/ 648377 w 12192000"/>
              <a:gd name="connsiteY138" fmla="*/ 516104 h 6858000"/>
              <a:gd name="connsiteX139" fmla="*/ 647113 w 12192000"/>
              <a:gd name="connsiteY139" fmla="*/ 514840 h 6858000"/>
              <a:gd name="connsiteX140" fmla="*/ 517202 w 12192000"/>
              <a:gd name="connsiteY140" fmla="*/ 514840 h 6858000"/>
              <a:gd name="connsiteX141" fmla="*/ 515938 w 12192000"/>
              <a:gd name="connsiteY141" fmla="*/ 516104 h 6858000"/>
              <a:gd name="connsiteX142" fmla="*/ 515938 w 12192000"/>
              <a:gd name="connsiteY142" fmla="*/ 538854 h 6858000"/>
              <a:gd name="connsiteX143" fmla="*/ 517202 w 12192000"/>
              <a:gd name="connsiteY143" fmla="*/ 540118 h 6858000"/>
              <a:gd name="connsiteX144" fmla="*/ 549180 w 12192000"/>
              <a:gd name="connsiteY144" fmla="*/ 540118 h 6858000"/>
              <a:gd name="connsiteX145" fmla="*/ 549180 w 12192000"/>
              <a:gd name="connsiteY145" fmla="*/ 633038 h 6858000"/>
              <a:gd name="connsiteX146" fmla="*/ 550444 w 12192000"/>
              <a:gd name="connsiteY146" fmla="*/ 634302 h 6858000"/>
              <a:gd name="connsiteX147" fmla="*/ 574751 w 12192000"/>
              <a:gd name="connsiteY147" fmla="*/ 634302 h 6858000"/>
              <a:gd name="connsiteX148" fmla="*/ 576015 w 12192000"/>
              <a:gd name="connsiteY148" fmla="*/ 633038 h 6858000"/>
              <a:gd name="connsiteX149" fmla="*/ 576015 w 12192000"/>
              <a:gd name="connsiteY149" fmla="*/ 540118 h 6858000"/>
              <a:gd name="connsiteX150" fmla="*/ 607992 w 12192000"/>
              <a:gd name="connsiteY150" fmla="*/ 540118 h 6858000"/>
              <a:gd name="connsiteX151" fmla="*/ 609257 w 12192000"/>
              <a:gd name="connsiteY151" fmla="*/ 538854 h 6858000"/>
              <a:gd name="connsiteX152" fmla="*/ 609257 w 12192000"/>
              <a:gd name="connsiteY152" fmla="*/ 516104 h 6858000"/>
              <a:gd name="connsiteX153" fmla="*/ 607993 w 12192000"/>
              <a:gd name="connsiteY153" fmla="*/ 514840 h 6858000"/>
              <a:gd name="connsiteX154" fmla="*/ 1185521 w 12192000"/>
              <a:gd name="connsiteY154" fmla="*/ 512763 h 6858000"/>
              <a:gd name="connsiteX155" fmla="*/ 1139467 w 12192000"/>
              <a:gd name="connsiteY155" fmla="*/ 548428 h 6858000"/>
              <a:gd name="connsiteX156" fmla="*/ 1181193 w 12192000"/>
              <a:gd name="connsiteY156" fmla="*/ 586517 h 6858000"/>
              <a:gd name="connsiteX157" fmla="*/ 1205257 w 12192000"/>
              <a:gd name="connsiteY157" fmla="*/ 600714 h 6858000"/>
              <a:gd name="connsiteX158" fmla="*/ 1185347 w 12192000"/>
              <a:gd name="connsiteY158" fmla="*/ 612487 h 6858000"/>
              <a:gd name="connsiteX159" fmla="*/ 1149696 w 12192000"/>
              <a:gd name="connsiteY159" fmla="*/ 598202 h 6858000"/>
              <a:gd name="connsiteX160" fmla="*/ 1147843 w 12192000"/>
              <a:gd name="connsiteY160" fmla="*/ 598432 h 6858000"/>
              <a:gd name="connsiteX161" fmla="*/ 1135429 w 12192000"/>
              <a:gd name="connsiteY161" fmla="*/ 616740 h 6858000"/>
              <a:gd name="connsiteX162" fmla="*/ 1135636 w 12192000"/>
              <a:gd name="connsiteY162" fmla="*/ 618428 h 6858000"/>
              <a:gd name="connsiteX163" fmla="*/ 1185521 w 12192000"/>
              <a:gd name="connsiteY163" fmla="*/ 636379 h 6858000"/>
              <a:gd name="connsiteX164" fmla="*/ 1232785 w 12192000"/>
              <a:gd name="connsiteY164" fmla="*/ 599502 h 6858000"/>
              <a:gd name="connsiteX165" fmla="*/ 1188810 w 12192000"/>
              <a:gd name="connsiteY165" fmla="*/ 561066 h 6858000"/>
              <a:gd name="connsiteX166" fmla="*/ 1166996 w 12192000"/>
              <a:gd name="connsiteY166" fmla="*/ 547389 h 6858000"/>
              <a:gd name="connsiteX167" fmla="*/ 1185347 w 12192000"/>
              <a:gd name="connsiteY167" fmla="*/ 536655 h 6858000"/>
              <a:gd name="connsiteX168" fmla="*/ 1214192 w 12192000"/>
              <a:gd name="connsiteY168" fmla="*/ 546909 h 6858000"/>
              <a:gd name="connsiteX169" fmla="*/ 1216082 w 12192000"/>
              <a:gd name="connsiteY169" fmla="*/ 546626 h 6858000"/>
              <a:gd name="connsiteX170" fmla="*/ 1227215 w 12192000"/>
              <a:gd name="connsiteY170" fmla="*/ 528382 h 6858000"/>
              <a:gd name="connsiteX171" fmla="*/ 1227003 w 12192000"/>
              <a:gd name="connsiteY171" fmla="*/ 526766 h 6858000"/>
              <a:gd name="connsiteX172" fmla="*/ 1185521 w 12192000"/>
              <a:gd name="connsiteY172" fmla="*/ 512763 h 6858000"/>
              <a:gd name="connsiteX173" fmla="*/ 799860 w 12192000"/>
              <a:gd name="connsiteY173" fmla="*/ 512763 h 6858000"/>
              <a:gd name="connsiteX174" fmla="*/ 736666 w 12192000"/>
              <a:gd name="connsiteY174" fmla="*/ 574571 h 6858000"/>
              <a:gd name="connsiteX175" fmla="*/ 799860 w 12192000"/>
              <a:gd name="connsiteY175" fmla="*/ 636379 h 6858000"/>
              <a:gd name="connsiteX176" fmla="*/ 863053 w 12192000"/>
              <a:gd name="connsiteY176" fmla="*/ 574571 h 6858000"/>
              <a:gd name="connsiteX177" fmla="*/ 799860 w 12192000"/>
              <a:gd name="connsiteY177" fmla="*/ 512763 h 6858000"/>
              <a:gd name="connsiteX178" fmla="*/ 0 w 12192000"/>
              <a:gd name="connsiteY178" fmla="*/ 0 h 6858000"/>
              <a:gd name="connsiteX179" fmla="*/ 12192000 w 12192000"/>
              <a:gd name="connsiteY179" fmla="*/ 0 h 6858000"/>
              <a:gd name="connsiteX180" fmla="*/ 12192000 w 12192000"/>
              <a:gd name="connsiteY180" fmla="*/ 6858000 h 6858000"/>
              <a:gd name="connsiteX181" fmla="*/ 0 w 12192000"/>
              <a:gd name="connsiteY181" fmla="*/ 6858000 h 6858000"/>
              <a:gd name="connsiteX182" fmla="*/ 0 w 12192000"/>
              <a:gd name="connsiteY182" fmla="*/ 6358170 h 6858000"/>
              <a:gd name="connsiteX183" fmla="*/ 5354778 w 12192000"/>
              <a:gd name="connsiteY183" fmla="*/ 6358170 h 6858000"/>
              <a:gd name="connsiteX184" fmla="*/ 5455957 w 12192000"/>
              <a:gd name="connsiteY184" fmla="*/ 5599507 h 6858000"/>
              <a:gd name="connsiteX185" fmla="*/ 2577373 w 12192000"/>
              <a:gd name="connsiteY185" fmla="*/ 2722417 h 6858000"/>
              <a:gd name="connsiteX186" fmla="*/ 45356 w 12192000"/>
              <a:gd name="connsiteY186" fmla="*/ 4227981 h 6858000"/>
              <a:gd name="connsiteX187" fmla="*/ 0 w 12192000"/>
              <a:gd name="connsiteY187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12192000" h="6858000"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E9D96EBF-4D99-EEFC-B066-7916593073B8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E800A3B-895E-4C06-CF67-B521B2D781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Graphic 1">
            <a:extLst>
              <a:ext uri="{FF2B5EF4-FFF2-40B4-BE49-F238E27FC236}">
                <a16:creationId xmlns:a16="http://schemas.microsoft.com/office/drawing/2014/main" id="{65B8ABBF-7F90-5487-BEAE-C2085A41546E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Bedankt</a:t>
            </a:r>
            <a:r>
              <a:rPr lang="en-GB" dirty="0"/>
              <a:t>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sp>
        <p:nvSpPr>
          <p:cNvPr id="4" name="Graphic 1">
            <a:extLst>
              <a:ext uri="{FF2B5EF4-FFF2-40B4-BE49-F238E27FC236}">
                <a16:creationId xmlns:a16="http://schemas.microsoft.com/office/drawing/2014/main" id="{2041A70C-B4C6-CC04-E962-6BDDE73444A5}"/>
              </a:ext>
            </a:extLst>
          </p:cNvPr>
          <p:cNvSpPr/>
          <p:nvPr/>
        </p:nvSpPr>
        <p:spPr>
          <a:xfrm>
            <a:off x="515938" y="512763"/>
            <a:ext cx="1274342" cy="508595"/>
          </a:xfrm>
          <a:custGeom>
            <a:avLst/>
            <a:gdLst>
              <a:gd name="connsiteX0" fmla="*/ 355254 w 1274342"/>
              <a:gd name="connsiteY0" fmla="*/ 169715 h 508595"/>
              <a:gd name="connsiteX1" fmla="*/ 355254 w 1274342"/>
              <a:gd name="connsiteY1" fmla="*/ 500753 h 508595"/>
              <a:gd name="connsiteX2" fmla="*/ 351876 w 1274342"/>
              <a:gd name="connsiteY2" fmla="*/ 504131 h 508595"/>
              <a:gd name="connsiteX3" fmla="*/ 291074 w 1274342"/>
              <a:gd name="connsiteY3" fmla="*/ 504131 h 508595"/>
              <a:gd name="connsiteX4" fmla="*/ 287696 w 1274342"/>
              <a:gd name="connsiteY4" fmla="*/ 500753 h 508595"/>
              <a:gd name="connsiteX5" fmla="*/ 287696 w 1274342"/>
              <a:gd name="connsiteY5" fmla="*/ 272082 h 508595"/>
              <a:gd name="connsiteX6" fmla="*/ 196475 w 1274342"/>
              <a:gd name="connsiteY6" fmla="*/ 447834 h 508595"/>
              <a:gd name="connsiteX7" fmla="*/ 158289 w 1274342"/>
              <a:gd name="connsiteY7" fmla="*/ 447834 h 508595"/>
              <a:gd name="connsiteX8" fmla="*/ 67558 w 1274342"/>
              <a:gd name="connsiteY8" fmla="*/ 272082 h 508595"/>
              <a:gd name="connsiteX9" fmla="*/ 67558 w 1274342"/>
              <a:gd name="connsiteY9" fmla="*/ 500753 h 508595"/>
              <a:gd name="connsiteX10" fmla="*/ 64181 w 1274342"/>
              <a:gd name="connsiteY10" fmla="*/ 504131 h 508595"/>
              <a:gd name="connsiteX11" fmla="*/ 3378 w 1274342"/>
              <a:gd name="connsiteY11" fmla="*/ 504131 h 508595"/>
              <a:gd name="connsiteX12" fmla="*/ 0 w 1274342"/>
              <a:gd name="connsiteY12" fmla="*/ 500753 h 508595"/>
              <a:gd name="connsiteX13" fmla="*/ 0 w 1274342"/>
              <a:gd name="connsiteY13" fmla="*/ 169715 h 508595"/>
              <a:gd name="connsiteX14" fmla="*/ 3378 w 1274342"/>
              <a:gd name="connsiteY14" fmla="*/ 166336 h 508595"/>
              <a:gd name="connsiteX15" fmla="*/ 81113 w 1274342"/>
              <a:gd name="connsiteY15" fmla="*/ 166336 h 508595"/>
              <a:gd name="connsiteX16" fmla="*/ 85618 w 1274342"/>
              <a:gd name="connsiteY16" fmla="*/ 169085 h 508595"/>
              <a:gd name="connsiteX17" fmla="*/ 177872 w 1274342"/>
              <a:gd name="connsiteY17" fmla="*/ 348391 h 508595"/>
              <a:gd name="connsiteX18" fmla="*/ 270613 w 1274342"/>
              <a:gd name="connsiteY18" fmla="*/ 169076 h 508595"/>
              <a:gd name="connsiteX19" fmla="*/ 275114 w 1274342"/>
              <a:gd name="connsiteY19" fmla="*/ 166336 h 508595"/>
              <a:gd name="connsiteX20" fmla="*/ 351876 w 1274342"/>
              <a:gd name="connsiteY20" fmla="*/ 166336 h 508595"/>
              <a:gd name="connsiteX21" fmla="*/ 355254 w 1274342"/>
              <a:gd name="connsiteY21" fmla="*/ 169715 h 508595"/>
              <a:gd name="connsiteX22" fmla="*/ 1123189 w 1274342"/>
              <a:gd name="connsiteY22" fmla="*/ 229980 h 508595"/>
              <a:gd name="connsiteX23" fmla="*/ 1123189 w 1274342"/>
              <a:gd name="connsiteY23" fmla="*/ 229980 h 508595"/>
              <a:gd name="connsiteX24" fmla="*/ 1270963 w 1274342"/>
              <a:gd name="connsiteY24" fmla="*/ 229980 h 508595"/>
              <a:gd name="connsiteX25" fmla="*/ 1274343 w 1274342"/>
              <a:gd name="connsiteY25" fmla="*/ 226603 h 508595"/>
              <a:gd name="connsiteX26" fmla="*/ 1274343 w 1274342"/>
              <a:gd name="connsiteY26" fmla="*/ 169714 h 508595"/>
              <a:gd name="connsiteX27" fmla="*/ 1270963 w 1274342"/>
              <a:gd name="connsiteY27" fmla="*/ 166336 h 508595"/>
              <a:gd name="connsiteX28" fmla="*/ 1123189 w 1274342"/>
              <a:gd name="connsiteY28" fmla="*/ 166336 h 508595"/>
              <a:gd name="connsiteX29" fmla="*/ 1039720 w 1274342"/>
              <a:gd name="connsiteY29" fmla="*/ 249806 h 508595"/>
              <a:gd name="connsiteX30" fmla="*/ 1039720 w 1274342"/>
              <a:gd name="connsiteY30" fmla="*/ 420662 h 508595"/>
              <a:gd name="connsiteX31" fmla="*/ 1123189 w 1274342"/>
              <a:gd name="connsiteY31" fmla="*/ 504131 h 508595"/>
              <a:gd name="connsiteX32" fmla="*/ 1270963 w 1274342"/>
              <a:gd name="connsiteY32" fmla="*/ 504131 h 508595"/>
              <a:gd name="connsiteX33" fmla="*/ 1274343 w 1274342"/>
              <a:gd name="connsiteY33" fmla="*/ 500753 h 508595"/>
              <a:gd name="connsiteX34" fmla="*/ 1274343 w 1274342"/>
              <a:gd name="connsiteY34" fmla="*/ 443866 h 508595"/>
              <a:gd name="connsiteX35" fmla="*/ 1270963 w 1274342"/>
              <a:gd name="connsiteY35" fmla="*/ 440488 h 508595"/>
              <a:gd name="connsiteX36" fmla="*/ 1123189 w 1274342"/>
              <a:gd name="connsiteY36" fmla="*/ 440488 h 508595"/>
              <a:gd name="connsiteX37" fmla="*/ 1107278 w 1274342"/>
              <a:gd name="connsiteY37" fmla="*/ 424577 h 508595"/>
              <a:gd name="connsiteX38" fmla="*/ 1107278 w 1274342"/>
              <a:gd name="connsiteY38" fmla="*/ 366077 h 508595"/>
              <a:gd name="connsiteX39" fmla="*/ 1255052 w 1274342"/>
              <a:gd name="connsiteY39" fmla="*/ 366077 h 508595"/>
              <a:gd name="connsiteX40" fmla="*/ 1258431 w 1274342"/>
              <a:gd name="connsiteY40" fmla="*/ 362699 h 508595"/>
              <a:gd name="connsiteX41" fmla="*/ 1258431 w 1274342"/>
              <a:gd name="connsiteY41" fmla="*/ 305811 h 508595"/>
              <a:gd name="connsiteX42" fmla="*/ 1255052 w 1274342"/>
              <a:gd name="connsiteY42" fmla="*/ 302434 h 508595"/>
              <a:gd name="connsiteX43" fmla="*/ 1107278 w 1274342"/>
              <a:gd name="connsiteY43" fmla="*/ 302434 h 508595"/>
              <a:gd name="connsiteX44" fmla="*/ 1107278 w 1274342"/>
              <a:gd name="connsiteY44" fmla="*/ 245891 h 508595"/>
              <a:gd name="connsiteX45" fmla="*/ 1123189 w 1274342"/>
              <a:gd name="connsiteY45" fmla="*/ 229980 h 508595"/>
              <a:gd name="connsiteX46" fmla="*/ 93319 w 1274342"/>
              <a:gd name="connsiteY46" fmla="*/ 26091 h 508595"/>
              <a:gd name="connsiteX47" fmla="*/ 93319 w 1274342"/>
              <a:gd name="connsiteY47" fmla="*/ 3341 h 508595"/>
              <a:gd name="connsiteX48" fmla="*/ 92055 w 1274342"/>
              <a:gd name="connsiteY48" fmla="*/ 2077 h 508595"/>
              <a:gd name="connsiteX49" fmla="*/ 1264 w 1274342"/>
              <a:gd name="connsiteY49" fmla="*/ 2077 h 508595"/>
              <a:gd name="connsiteX50" fmla="*/ 0 w 1274342"/>
              <a:gd name="connsiteY50" fmla="*/ 3341 h 508595"/>
              <a:gd name="connsiteX51" fmla="*/ 0 w 1274342"/>
              <a:gd name="connsiteY51" fmla="*/ 26091 h 508595"/>
              <a:gd name="connsiteX52" fmla="*/ 1264 w 1274342"/>
              <a:gd name="connsiteY52" fmla="*/ 27355 h 508595"/>
              <a:gd name="connsiteX53" fmla="*/ 33242 w 1274342"/>
              <a:gd name="connsiteY53" fmla="*/ 27355 h 508595"/>
              <a:gd name="connsiteX54" fmla="*/ 33242 w 1274342"/>
              <a:gd name="connsiteY54" fmla="*/ 120275 h 508595"/>
              <a:gd name="connsiteX55" fmla="*/ 34506 w 1274342"/>
              <a:gd name="connsiteY55" fmla="*/ 121539 h 508595"/>
              <a:gd name="connsiteX56" fmla="*/ 58813 w 1274342"/>
              <a:gd name="connsiteY56" fmla="*/ 121539 h 508595"/>
              <a:gd name="connsiteX57" fmla="*/ 60077 w 1274342"/>
              <a:gd name="connsiteY57" fmla="*/ 120275 h 508595"/>
              <a:gd name="connsiteX58" fmla="*/ 60077 w 1274342"/>
              <a:gd name="connsiteY58" fmla="*/ 27355 h 508595"/>
              <a:gd name="connsiteX59" fmla="*/ 92054 w 1274342"/>
              <a:gd name="connsiteY59" fmla="*/ 27355 h 508595"/>
              <a:gd name="connsiteX60" fmla="*/ 93319 w 1274342"/>
              <a:gd name="connsiteY60" fmla="*/ 26091 h 508595"/>
              <a:gd name="connsiteX61" fmla="*/ 205967 w 1274342"/>
              <a:gd name="connsiteY61" fmla="*/ 2077 h 508595"/>
              <a:gd name="connsiteX62" fmla="*/ 181660 w 1274342"/>
              <a:gd name="connsiteY62" fmla="*/ 2077 h 508595"/>
              <a:gd name="connsiteX63" fmla="*/ 180397 w 1274342"/>
              <a:gd name="connsiteY63" fmla="*/ 3341 h 508595"/>
              <a:gd name="connsiteX64" fmla="*/ 180397 w 1274342"/>
              <a:gd name="connsiteY64" fmla="*/ 48823 h 508595"/>
              <a:gd name="connsiteX65" fmla="*/ 132439 w 1274342"/>
              <a:gd name="connsiteY65" fmla="*/ 48823 h 508595"/>
              <a:gd name="connsiteX66" fmla="*/ 132439 w 1274342"/>
              <a:gd name="connsiteY66" fmla="*/ 3341 h 508595"/>
              <a:gd name="connsiteX67" fmla="*/ 131175 w 1274342"/>
              <a:gd name="connsiteY67" fmla="*/ 2077 h 508595"/>
              <a:gd name="connsiteX68" fmla="*/ 106868 w 1274342"/>
              <a:gd name="connsiteY68" fmla="*/ 2077 h 508595"/>
              <a:gd name="connsiteX69" fmla="*/ 105604 w 1274342"/>
              <a:gd name="connsiteY69" fmla="*/ 3341 h 508595"/>
              <a:gd name="connsiteX70" fmla="*/ 105604 w 1274342"/>
              <a:gd name="connsiteY70" fmla="*/ 120275 h 508595"/>
              <a:gd name="connsiteX71" fmla="*/ 106868 w 1274342"/>
              <a:gd name="connsiteY71" fmla="*/ 121539 h 508595"/>
              <a:gd name="connsiteX72" fmla="*/ 131175 w 1274342"/>
              <a:gd name="connsiteY72" fmla="*/ 121539 h 508595"/>
              <a:gd name="connsiteX73" fmla="*/ 132439 w 1274342"/>
              <a:gd name="connsiteY73" fmla="*/ 120275 h 508595"/>
              <a:gd name="connsiteX74" fmla="*/ 132439 w 1274342"/>
              <a:gd name="connsiteY74" fmla="*/ 74100 h 508595"/>
              <a:gd name="connsiteX75" fmla="*/ 180397 w 1274342"/>
              <a:gd name="connsiteY75" fmla="*/ 74100 h 508595"/>
              <a:gd name="connsiteX76" fmla="*/ 180397 w 1274342"/>
              <a:gd name="connsiteY76" fmla="*/ 120275 h 508595"/>
              <a:gd name="connsiteX77" fmla="*/ 181660 w 1274342"/>
              <a:gd name="connsiteY77" fmla="*/ 121539 h 508595"/>
              <a:gd name="connsiteX78" fmla="*/ 205967 w 1274342"/>
              <a:gd name="connsiteY78" fmla="*/ 121539 h 508595"/>
              <a:gd name="connsiteX79" fmla="*/ 207233 w 1274342"/>
              <a:gd name="connsiteY79" fmla="*/ 120275 h 508595"/>
              <a:gd name="connsiteX80" fmla="*/ 207233 w 1274342"/>
              <a:gd name="connsiteY80" fmla="*/ 3341 h 508595"/>
              <a:gd name="connsiteX81" fmla="*/ 205967 w 1274342"/>
              <a:gd name="connsiteY81" fmla="*/ 2077 h 508595"/>
              <a:gd name="connsiteX82" fmla="*/ 283922 w 1274342"/>
              <a:gd name="connsiteY82" fmla="*/ 123616 h 508595"/>
              <a:gd name="connsiteX83" fmla="*/ 347115 w 1274342"/>
              <a:gd name="connsiteY83" fmla="*/ 61808 h 508595"/>
              <a:gd name="connsiteX84" fmla="*/ 283922 w 1274342"/>
              <a:gd name="connsiteY84" fmla="*/ 0 h 508595"/>
              <a:gd name="connsiteX85" fmla="*/ 220728 w 1274342"/>
              <a:gd name="connsiteY85" fmla="*/ 61808 h 508595"/>
              <a:gd name="connsiteX86" fmla="*/ 283922 w 1274342"/>
              <a:gd name="connsiteY86" fmla="*/ 123616 h 508595"/>
              <a:gd name="connsiteX87" fmla="*/ 283922 w 1274342"/>
              <a:gd name="connsiteY87" fmla="*/ 97820 h 508595"/>
              <a:gd name="connsiteX88" fmla="*/ 248256 w 1274342"/>
              <a:gd name="connsiteY88" fmla="*/ 61808 h 508595"/>
              <a:gd name="connsiteX89" fmla="*/ 283922 w 1274342"/>
              <a:gd name="connsiteY89" fmla="*/ 25797 h 508595"/>
              <a:gd name="connsiteX90" fmla="*/ 319587 w 1274342"/>
              <a:gd name="connsiteY90" fmla="*/ 61808 h 508595"/>
              <a:gd name="connsiteX91" fmla="*/ 283922 w 1274342"/>
              <a:gd name="connsiteY91" fmla="*/ 97820 h 508595"/>
              <a:gd name="connsiteX92" fmla="*/ 488329 w 1274342"/>
              <a:gd name="connsiteY92" fmla="*/ 2077 h 508595"/>
              <a:gd name="connsiteX93" fmla="*/ 458383 w 1274342"/>
              <a:gd name="connsiteY93" fmla="*/ 2077 h 508595"/>
              <a:gd name="connsiteX94" fmla="*/ 456156 w 1274342"/>
              <a:gd name="connsiteY94" fmla="*/ 3410 h 508595"/>
              <a:gd name="connsiteX95" fmla="*/ 425188 w 1274342"/>
              <a:gd name="connsiteY95" fmla="*/ 61115 h 508595"/>
              <a:gd name="connsiteX96" fmla="*/ 394392 w 1274342"/>
              <a:gd name="connsiteY96" fmla="*/ 3415 h 508595"/>
              <a:gd name="connsiteX97" fmla="*/ 392163 w 1274342"/>
              <a:gd name="connsiteY97" fmla="*/ 2077 h 508595"/>
              <a:gd name="connsiteX98" fmla="*/ 361701 w 1274342"/>
              <a:gd name="connsiteY98" fmla="*/ 2077 h 508595"/>
              <a:gd name="connsiteX99" fmla="*/ 360438 w 1274342"/>
              <a:gd name="connsiteY99" fmla="*/ 3341 h 508595"/>
              <a:gd name="connsiteX100" fmla="*/ 360438 w 1274342"/>
              <a:gd name="connsiteY100" fmla="*/ 120275 h 508595"/>
              <a:gd name="connsiteX101" fmla="*/ 361701 w 1274342"/>
              <a:gd name="connsiteY101" fmla="*/ 121539 h 508595"/>
              <a:gd name="connsiteX102" fmla="*/ 386008 w 1274342"/>
              <a:gd name="connsiteY102" fmla="*/ 121539 h 508595"/>
              <a:gd name="connsiteX103" fmla="*/ 387272 w 1274342"/>
              <a:gd name="connsiteY103" fmla="*/ 120275 h 508595"/>
              <a:gd name="connsiteX104" fmla="*/ 387272 w 1274342"/>
              <a:gd name="connsiteY104" fmla="*/ 44841 h 508595"/>
              <a:gd name="connsiteX105" fmla="*/ 417397 w 1274342"/>
              <a:gd name="connsiteY105" fmla="*/ 101455 h 508595"/>
              <a:gd name="connsiteX106" fmla="*/ 432633 w 1274342"/>
              <a:gd name="connsiteY106" fmla="*/ 101455 h 508595"/>
              <a:gd name="connsiteX107" fmla="*/ 462758 w 1274342"/>
              <a:gd name="connsiteY107" fmla="*/ 44841 h 508595"/>
              <a:gd name="connsiteX108" fmla="*/ 462758 w 1274342"/>
              <a:gd name="connsiteY108" fmla="*/ 120275 h 508595"/>
              <a:gd name="connsiteX109" fmla="*/ 464022 w 1274342"/>
              <a:gd name="connsiteY109" fmla="*/ 121539 h 508595"/>
              <a:gd name="connsiteX110" fmla="*/ 488329 w 1274342"/>
              <a:gd name="connsiteY110" fmla="*/ 121539 h 508595"/>
              <a:gd name="connsiteX111" fmla="*/ 489594 w 1274342"/>
              <a:gd name="connsiteY111" fmla="*/ 120275 h 508595"/>
              <a:gd name="connsiteX112" fmla="*/ 489594 w 1274342"/>
              <a:gd name="connsiteY112" fmla="*/ 3341 h 508595"/>
              <a:gd name="connsiteX113" fmla="*/ 488329 w 1274342"/>
              <a:gd name="connsiteY113" fmla="*/ 2077 h 508595"/>
              <a:gd name="connsiteX114" fmla="*/ 590441 w 1274342"/>
              <a:gd name="connsiteY114" fmla="*/ 119857 h 508595"/>
              <a:gd name="connsiteX115" fmla="*/ 592824 w 1274342"/>
              <a:gd name="connsiteY115" fmla="*/ 121539 h 508595"/>
              <a:gd name="connsiteX116" fmla="*/ 618645 w 1274342"/>
              <a:gd name="connsiteY116" fmla="*/ 121539 h 508595"/>
              <a:gd name="connsiteX117" fmla="*/ 619828 w 1274342"/>
              <a:gd name="connsiteY117" fmla="*/ 119829 h 508595"/>
              <a:gd name="connsiteX118" fmla="*/ 576074 w 1274342"/>
              <a:gd name="connsiteY118" fmla="*/ 3714 h 508595"/>
              <a:gd name="connsiteX119" fmla="*/ 573708 w 1274342"/>
              <a:gd name="connsiteY119" fmla="*/ 2077 h 508595"/>
              <a:gd name="connsiteX120" fmla="*/ 545526 w 1274342"/>
              <a:gd name="connsiteY120" fmla="*/ 2077 h 508595"/>
              <a:gd name="connsiteX121" fmla="*/ 543159 w 1274342"/>
              <a:gd name="connsiteY121" fmla="*/ 3717 h 508595"/>
              <a:gd name="connsiteX122" fmla="*/ 499574 w 1274342"/>
              <a:gd name="connsiteY122" fmla="*/ 119830 h 508595"/>
              <a:gd name="connsiteX123" fmla="*/ 500757 w 1274342"/>
              <a:gd name="connsiteY123" fmla="*/ 121539 h 508595"/>
              <a:gd name="connsiteX124" fmla="*/ 525887 w 1274342"/>
              <a:gd name="connsiteY124" fmla="*/ 121539 h 508595"/>
              <a:gd name="connsiteX125" fmla="*/ 528270 w 1274342"/>
              <a:gd name="connsiteY125" fmla="*/ 119857 h 508595"/>
              <a:gd name="connsiteX126" fmla="*/ 535117 w 1274342"/>
              <a:gd name="connsiteY126" fmla="*/ 100590 h 508595"/>
              <a:gd name="connsiteX127" fmla="*/ 583594 w 1274342"/>
              <a:gd name="connsiteY127" fmla="*/ 100590 h 508595"/>
              <a:gd name="connsiteX128" fmla="*/ 590441 w 1274342"/>
              <a:gd name="connsiteY128" fmla="*/ 119857 h 508595"/>
              <a:gd name="connsiteX129" fmla="*/ 543773 w 1274342"/>
              <a:gd name="connsiteY129" fmla="*/ 75831 h 508595"/>
              <a:gd name="connsiteX130" fmla="*/ 559356 w 1274342"/>
              <a:gd name="connsiteY130" fmla="*/ 31683 h 508595"/>
              <a:gd name="connsiteX131" fmla="*/ 574938 w 1274342"/>
              <a:gd name="connsiteY131" fmla="*/ 75831 h 508595"/>
              <a:gd name="connsiteX132" fmla="*/ 543773 w 1274342"/>
              <a:gd name="connsiteY132" fmla="*/ 75831 h 508595"/>
              <a:gd name="connsiteX133" fmla="*/ 619698 w 1274342"/>
              <a:gd name="connsiteY133" fmla="*/ 105665 h 508595"/>
              <a:gd name="connsiteX134" fmla="*/ 669583 w 1274342"/>
              <a:gd name="connsiteY134" fmla="*/ 123616 h 508595"/>
              <a:gd name="connsiteX135" fmla="*/ 716847 w 1274342"/>
              <a:gd name="connsiteY135" fmla="*/ 86739 h 508595"/>
              <a:gd name="connsiteX136" fmla="*/ 672872 w 1274342"/>
              <a:gd name="connsiteY136" fmla="*/ 48303 h 508595"/>
              <a:gd name="connsiteX137" fmla="*/ 651058 w 1274342"/>
              <a:gd name="connsiteY137" fmla="*/ 34626 h 508595"/>
              <a:gd name="connsiteX138" fmla="*/ 669409 w 1274342"/>
              <a:gd name="connsiteY138" fmla="*/ 23892 h 508595"/>
              <a:gd name="connsiteX139" fmla="*/ 698254 w 1274342"/>
              <a:gd name="connsiteY139" fmla="*/ 34146 h 508595"/>
              <a:gd name="connsiteX140" fmla="*/ 700144 w 1274342"/>
              <a:gd name="connsiteY140" fmla="*/ 33863 h 508595"/>
              <a:gd name="connsiteX141" fmla="*/ 711277 w 1274342"/>
              <a:gd name="connsiteY141" fmla="*/ 15619 h 508595"/>
              <a:gd name="connsiteX142" fmla="*/ 711065 w 1274342"/>
              <a:gd name="connsiteY142" fmla="*/ 14003 h 508595"/>
              <a:gd name="connsiteX143" fmla="*/ 669583 w 1274342"/>
              <a:gd name="connsiteY143" fmla="*/ 0 h 508595"/>
              <a:gd name="connsiteX144" fmla="*/ 623529 w 1274342"/>
              <a:gd name="connsiteY144" fmla="*/ 35665 h 508595"/>
              <a:gd name="connsiteX145" fmla="*/ 665255 w 1274342"/>
              <a:gd name="connsiteY145" fmla="*/ 73754 h 508595"/>
              <a:gd name="connsiteX146" fmla="*/ 689319 w 1274342"/>
              <a:gd name="connsiteY146" fmla="*/ 87951 h 508595"/>
              <a:gd name="connsiteX147" fmla="*/ 669409 w 1274342"/>
              <a:gd name="connsiteY147" fmla="*/ 99724 h 508595"/>
              <a:gd name="connsiteX148" fmla="*/ 633758 w 1274342"/>
              <a:gd name="connsiteY148" fmla="*/ 85439 h 508595"/>
              <a:gd name="connsiteX149" fmla="*/ 631905 w 1274342"/>
              <a:gd name="connsiteY149" fmla="*/ 85669 h 508595"/>
              <a:gd name="connsiteX150" fmla="*/ 619491 w 1274342"/>
              <a:gd name="connsiteY150" fmla="*/ 103977 h 508595"/>
              <a:gd name="connsiteX151" fmla="*/ 619698 w 1274342"/>
              <a:gd name="connsiteY151" fmla="*/ 105665 h 508595"/>
              <a:gd name="connsiteX152" fmla="*/ 1020054 w 1274342"/>
              <a:gd name="connsiteY152" fmla="*/ 504131 h 508595"/>
              <a:gd name="connsiteX153" fmla="*/ 955369 w 1274342"/>
              <a:gd name="connsiteY153" fmla="*/ 504131 h 508595"/>
              <a:gd name="connsiteX154" fmla="*/ 951064 w 1274342"/>
              <a:gd name="connsiteY154" fmla="*/ 501740 h 508595"/>
              <a:gd name="connsiteX155" fmla="*/ 884290 w 1274342"/>
              <a:gd name="connsiteY155" fmla="*/ 394320 h 508595"/>
              <a:gd name="connsiteX156" fmla="*/ 818185 w 1274342"/>
              <a:gd name="connsiteY156" fmla="*/ 394018 h 508595"/>
              <a:gd name="connsiteX157" fmla="*/ 818185 w 1274342"/>
              <a:gd name="connsiteY157" fmla="*/ 500753 h 508595"/>
              <a:gd name="connsiteX158" fmla="*/ 814807 w 1274342"/>
              <a:gd name="connsiteY158" fmla="*/ 504131 h 508595"/>
              <a:gd name="connsiteX159" fmla="*/ 754004 w 1274342"/>
              <a:gd name="connsiteY159" fmla="*/ 504131 h 508595"/>
              <a:gd name="connsiteX160" fmla="*/ 750627 w 1274342"/>
              <a:gd name="connsiteY160" fmla="*/ 500753 h 508595"/>
              <a:gd name="connsiteX161" fmla="*/ 750627 w 1274342"/>
              <a:gd name="connsiteY161" fmla="*/ 169715 h 508595"/>
              <a:gd name="connsiteX162" fmla="*/ 754004 w 1274342"/>
              <a:gd name="connsiteY162" fmla="*/ 166336 h 508595"/>
              <a:gd name="connsiteX163" fmla="*/ 901064 w 1274342"/>
              <a:gd name="connsiteY163" fmla="*/ 166336 h 508595"/>
              <a:gd name="connsiteX164" fmla="*/ 1017252 w 1274342"/>
              <a:gd name="connsiteY164" fmla="*/ 278632 h 508595"/>
              <a:gd name="connsiteX165" fmla="*/ 951159 w 1274342"/>
              <a:gd name="connsiteY165" fmla="*/ 383525 h 508595"/>
              <a:gd name="connsiteX166" fmla="*/ 1022923 w 1274342"/>
              <a:gd name="connsiteY166" fmla="*/ 498970 h 508595"/>
              <a:gd name="connsiteX167" fmla="*/ 1020054 w 1274342"/>
              <a:gd name="connsiteY167" fmla="*/ 504131 h 508595"/>
              <a:gd name="connsiteX168" fmla="*/ 953620 w 1274342"/>
              <a:gd name="connsiteY168" fmla="*/ 280178 h 508595"/>
              <a:gd name="connsiteX169" fmla="*/ 903422 w 1274342"/>
              <a:gd name="connsiteY169" fmla="*/ 229980 h 508595"/>
              <a:gd name="connsiteX170" fmla="*/ 818185 w 1274342"/>
              <a:gd name="connsiteY170" fmla="*/ 229980 h 508595"/>
              <a:gd name="connsiteX171" fmla="*/ 818185 w 1274342"/>
              <a:gd name="connsiteY171" fmla="*/ 330375 h 508595"/>
              <a:gd name="connsiteX172" fmla="*/ 903422 w 1274342"/>
              <a:gd name="connsiteY172" fmla="*/ 330375 h 508595"/>
              <a:gd name="connsiteX173" fmla="*/ 953620 w 1274342"/>
              <a:gd name="connsiteY173" fmla="*/ 280178 h 508595"/>
              <a:gd name="connsiteX174" fmla="*/ 445982 w 1274342"/>
              <a:gd name="connsiteY174" fmla="*/ 359121 h 508595"/>
              <a:gd name="connsiteX175" fmla="*/ 443342 w 1274342"/>
              <a:gd name="connsiteY175" fmla="*/ 335234 h 508595"/>
              <a:gd name="connsiteX176" fmla="*/ 552940 w 1274342"/>
              <a:gd name="connsiteY176" fmla="*/ 225634 h 508595"/>
              <a:gd name="connsiteX177" fmla="*/ 662541 w 1274342"/>
              <a:gd name="connsiteY177" fmla="*/ 335234 h 508595"/>
              <a:gd name="connsiteX178" fmla="*/ 659898 w 1274342"/>
              <a:gd name="connsiteY178" fmla="*/ 359121 h 508595"/>
              <a:gd name="connsiteX179" fmla="*/ 724656 w 1274342"/>
              <a:gd name="connsiteY179" fmla="*/ 359121 h 508595"/>
              <a:gd name="connsiteX180" fmla="*/ 726302 w 1274342"/>
              <a:gd name="connsiteY180" fmla="*/ 335234 h 508595"/>
              <a:gd name="connsiteX181" fmla="*/ 552940 w 1274342"/>
              <a:gd name="connsiteY181" fmla="*/ 161873 h 508595"/>
              <a:gd name="connsiteX182" fmla="*/ 379579 w 1274342"/>
              <a:gd name="connsiteY182" fmla="*/ 335234 h 508595"/>
              <a:gd name="connsiteX183" fmla="*/ 381225 w 1274342"/>
              <a:gd name="connsiteY183" fmla="*/ 359121 h 508595"/>
              <a:gd name="connsiteX184" fmla="*/ 445982 w 1274342"/>
              <a:gd name="connsiteY184" fmla="*/ 359121 h 508595"/>
              <a:gd name="connsiteX185" fmla="*/ 395041 w 1274342"/>
              <a:gd name="connsiteY185" fmla="*/ 406893 h 508595"/>
              <a:gd name="connsiteX186" fmla="*/ 552940 w 1274342"/>
              <a:gd name="connsiteY186" fmla="*/ 508596 h 508595"/>
              <a:gd name="connsiteX187" fmla="*/ 710840 w 1274342"/>
              <a:gd name="connsiteY187" fmla="*/ 406893 h 508595"/>
              <a:gd name="connsiteX188" fmla="*/ 395041 w 1274342"/>
              <a:gd name="connsiteY188" fmla="*/ 406893 h 508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</a:cxnLst>
            <a:rect l="l" t="t" r="r" b="b"/>
            <a:pathLst>
              <a:path w="1274342" h="508595">
                <a:moveTo>
                  <a:pt x="355254" y="169715"/>
                </a:moveTo>
                <a:lnTo>
                  <a:pt x="355254" y="500753"/>
                </a:lnTo>
                <a:cubicBezTo>
                  <a:pt x="355254" y="502619"/>
                  <a:pt x="353742" y="504131"/>
                  <a:pt x="351876" y="504131"/>
                </a:cubicBezTo>
                <a:lnTo>
                  <a:pt x="291074" y="504131"/>
                </a:lnTo>
                <a:cubicBezTo>
                  <a:pt x="289208" y="504131"/>
                  <a:pt x="287696" y="502619"/>
                  <a:pt x="287696" y="500753"/>
                </a:cubicBezTo>
                <a:lnTo>
                  <a:pt x="287696" y="272082"/>
                </a:lnTo>
                <a:lnTo>
                  <a:pt x="196475" y="447834"/>
                </a:lnTo>
                <a:lnTo>
                  <a:pt x="158289" y="447834"/>
                </a:lnTo>
                <a:lnTo>
                  <a:pt x="67558" y="272082"/>
                </a:lnTo>
                <a:lnTo>
                  <a:pt x="67558" y="500753"/>
                </a:lnTo>
                <a:cubicBezTo>
                  <a:pt x="67558" y="502619"/>
                  <a:pt x="66046" y="504131"/>
                  <a:pt x="64181" y="504131"/>
                </a:cubicBezTo>
                <a:lnTo>
                  <a:pt x="3378" y="504131"/>
                </a:lnTo>
                <a:cubicBezTo>
                  <a:pt x="1512" y="504131"/>
                  <a:pt x="0" y="502619"/>
                  <a:pt x="0" y="500753"/>
                </a:cubicBezTo>
                <a:lnTo>
                  <a:pt x="0" y="169715"/>
                </a:lnTo>
                <a:cubicBezTo>
                  <a:pt x="0" y="167849"/>
                  <a:pt x="1512" y="166336"/>
                  <a:pt x="3378" y="166336"/>
                </a:cubicBezTo>
                <a:lnTo>
                  <a:pt x="81113" y="166336"/>
                </a:lnTo>
                <a:cubicBezTo>
                  <a:pt x="83011" y="166336"/>
                  <a:pt x="84750" y="167398"/>
                  <a:pt x="85618" y="169085"/>
                </a:cubicBezTo>
                <a:lnTo>
                  <a:pt x="177872" y="348391"/>
                </a:lnTo>
                <a:lnTo>
                  <a:pt x="270613" y="169076"/>
                </a:lnTo>
                <a:cubicBezTo>
                  <a:pt x="271485" y="167393"/>
                  <a:pt x="273220" y="166336"/>
                  <a:pt x="275114" y="166336"/>
                </a:cubicBezTo>
                <a:lnTo>
                  <a:pt x="351876" y="166336"/>
                </a:lnTo>
                <a:cubicBezTo>
                  <a:pt x="353742" y="166336"/>
                  <a:pt x="355254" y="167849"/>
                  <a:pt x="355254" y="169715"/>
                </a:cubicBezTo>
                <a:close/>
                <a:moveTo>
                  <a:pt x="1123189" y="229980"/>
                </a:moveTo>
                <a:lnTo>
                  <a:pt x="1123189" y="229980"/>
                </a:lnTo>
                <a:lnTo>
                  <a:pt x="1270963" y="229980"/>
                </a:lnTo>
                <a:cubicBezTo>
                  <a:pt x="1272829" y="229980"/>
                  <a:pt x="1274343" y="228467"/>
                  <a:pt x="1274343" y="226603"/>
                </a:cubicBezTo>
                <a:lnTo>
                  <a:pt x="1274343" y="169714"/>
                </a:lnTo>
                <a:cubicBezTo>
                  <a:pt x="1274343" y="167849"/>
                  <a:pt x="1272829" y="166336"/>
                  <a:pt x="1270963" y="166336"/>
                </a:cubicBezTo>
                <a:lnTo>
                  <a:pt x="1123189" y="166336"/>
                </a:lnTo>
                <a:cubicBezTo>
                  <a:pt x="1077089" y="166336"/>
                  <a:pt x="1039720" y="203706"/>
                  <a:pt x="1039720" y="249806"/>
                </a:cubicBezTo>
                <a:lnTo>
                  <a:pt x="1039720" y="420662"/>
                </a:lnTo>
                <a:cubicBezTo>
                  <a:pt x="1039720" y="466762"/>
                  <a:pt x="1077089" y="504131"/>
                  <a:pt x="1123189" y="504131"/>
                </a:cubicBezTo>
                <a:lnTo>
                  <a:pt x="1270963" y="504131"/>
                </a:lnTo>
                <a:cubicBezTo>
                  <a:pt x="1272829" y="504131"/>
                  <a:pt x="1274343" y="502619"/>
                  <a:pt x="1274343" y="500753"/>
                </a:cubicBezTo>
                <a:lnTo>
                  <a:pt x="1274343" y="443866"/>
                </a:lnTo>
                <a:cubicBezTo>
                  <a:pt x="1274343" y="442000"/>
                  <a:pt x="1272829" y="440488"/>
                  <a:pt x="1270963" y="440488"/>
                </a:cubicBezTo>
                <a:lnTo>
                  <a:pt x="1123189" y="440488"/>
                </a:lnTo>
                <a:cubicBezTo>
                  <a:pt x="1114401" y="440488"/>
                  <a:pt x="1107278" y="433365"/>
                  <a:pt x="1107278" y="424577"/>
                </a:cubicBezTo>
                <a:lnTo>
                  <a:pt x="1107278" y="366077"/>
                </a:lnTo>
                <a:lnTo>
                  <a:pt x="1255052" y="366077"/>
                </a:lnTo>
                <a:cubicBezTo>
                  <a:pt x="1256918" y="366077"/>
                  <a:pt x="1258431" y="364565"/>
                  <a:pt x="1258431" y="362699"/>
                </a:cubicBezTo>
                <a:lnTo>
                  <a:pt x="1258431" y="305811"/>
                </a:lnTo>
                <a:cubicBezTo>
                  <a:pt x="1258431" y="303946"/>
                  <a:pt x="1256918" y="302434"/>
                  <a:pt x="1255052" y="302434"/>
                </a:cubicBezTo>
                <a:lnTo>
                  <a:pt x="1107278" y="302434"/>
                </a:lnTo>
                <a:lnTo>
                  <a:pt x="1107278" y="245891"/>
                </a:lnTo>
                <a:cubicBezTo>
                  <a:pt x="1107278" y="237103"/>
                  <a:pt x="1114401" y="229980"/>
                  <a:pt x="1123189" y="229980"/>
                </a:cubicBezTo>
                <a:close/>
                <a:moveTo>
                  <a:pt x="93319" y="26091"/>
                </a:moveTo>
                <a:lnTo>
                  <a:pt x="93319" y="3341"/>
                </a:lnTo>
                <a:cubicBezTo>
                  <a:pt x="93319" y="2643"/>
                  <a:pt x="92753" y="2077"/>
                  <a:pt x="92055" y="2077"/>
                </a:cubicBezTo>
                <a:lnTo>
                  <a:pt x="1264" y="2077"/>
                </a:lnTo>
                <a:cubicBezTo>
                  <a:pt x="566" y="2077"/>
                  <a:pt x="0" y="2643"/>
                  <a:pt x="0" y="3341"/>
                </a:cubicBezTo>
                <a:lnTo>
                  <a:pt x="0" y="26091"/>
                </a:lnTo>
                <a:cubicBezTo>
                  <a:pt x="0" y="26789"/>
                  <a:pt x="566" y="27355"/>
                  <a:pt x="1264" y="27355"/>
                </a:cubicBezTo>
                <a:lnTo>
                  <a:pt x="33242" y="27355"/>
                </a:lnTo>
                <a:lnTo>
                  <a:pt x="33242" y="120275"/>
                </a:lnTo>
                <a:cubicBezTo>
                  <a:pt x="33242" y="120973"/>
                  <a:pt x="33808" y="121539"/>
                  <a:pt x="34506" y="121539"/>
                </a:cubicBezTo>
                <a:lnTo>
                  <a:pt x="58813" y="121539"/>
                </a:lnTo>
                <a:cubicBezTo>
                  <a:pt x="59511" y="121539"/>
                  <a:pt x="60077" y="120973"/>
                  <a:pt x="60077" y="120275"/>
                </a:cubicBezTo>
                <a:lnTo>
                  <a:pt x="60077" y="27355"/>
                </a:lnTo>
                <a:lnTo>
                  <a:pt x="92054" y="27355"/>
                </a:lnTo>
                <a:cubicBezTo>
                  <a:pt x="92753" y="27355"/>
                  <a:pt x="93319" y="26789"/>
                  <a:pt x="93319" y="26091"/>
                </a:cubicBezTo>
                <a:close/>
                <a:moveTo>
                  <a:pt x="205967" y="2077"/>
                </a:moveTo>
                <a:lnTo>
                  <a:pt x="181660" y="2077"/>
                </a:lnTo>
                <a:cubicBezTo>
                  <a:pt x="180963" y="2077"/>
                  <a:pt x="180397" y="2643"/>
                  <a:pt x="180397" y="3341"/>
                </a:cubicBezTo>
                <a:lnTo>
                  <a:pt x="180397" y="48823"/>
                </a:lnTo>
                <a:lnTo>
                  <a:pt x="132439" y="48823"/>
                </a:lnTo>
                <a:lnTo>
                  <a:pt x="132439" y="3341"/>
                </a:lnTo>
                <a:cubicBezTo>
                  <a:pt x="132439" y="2643"/>
                  <a:pt x="131873" y="2077"/>
                  <a:pt x="131175" y="2077"/>
                </a:cubicBezTo>
                <a:lnTo>
                  <a:pt x="106868" y="2077"/>
                </a:lnTo>
                <a:cubicBezTo>
                  <a:pt x="106170" y="2077"/>
                  <a:pt x="105604" y="2643"/>
                  <a:pt x="105604" y="3341"/>
                </a:cubicBezTo>
                <a:lnTo>
                  <a:pt x="105604" y="120275"/>
                </a:lnTo>
                <a:cubicBezTo>
                  <a:pt x="105604" y="120973"/>
                  <a:pt x="106170" y="121539"/>
                  <a:pt x="106868" y="121539"/>
                </a:cubicBezTo>
                <a:lnTo>
                  <a:pt x="131175" y="121539"/>
                </a:lnTo>
                <a:cubicBezTo>
                  <a:pt x="131873" y="121539"/>
                  <a:pt x="132439" y="120973"/>
                  <a:pt x="132439" y="120275"/>
                </a:cubicBezTo>
                <a:lnTo>
                  <a:pt x="132439" y="74100"/>
                </a:lnTo>
                <a:lnTo>
                  <a:pt x="180397" y="74100"/>
                </a:lnTo>
                <a:lnTo>
                  <a:pt x="180397" y="120275"/>
                </a:lnTo>
                <a:cubicBezTo>
                  <a:pt x="180397" y="120973"/>
                  <a:pt x="180963" y="121539"/>
                  <a:pt x="181660" y="121539"/>
                </a:cubicBezTo>
                <a:lnTo>
                  <a:pt x="205967" y="121539"/>
                </a:lnTo>
                <a:cubicBezTo>
                  <a:pt x="206667" y="121539"/>
                  <a:pt x="207233" y="120973"/>
                  <a:pt x="207233" y="120275"/>
                </a:cubicBezTo>
                <a:lnTo>
                  <a:pt x="207233" y="3341"/>
                </a:lnTo>
                <a:cubicBezTo>
                  <a:pt x="207233" y="2643"/>
                  <a:pt x="206667" y="2077"/>
                  <a:pt x="205967" y="2077"/>
                </a:cubicBezTo>
                <a:close/>
                <a:moveTo>
                  <a:pt x="283922" y="123616"/>
                </a:moveTo>
                <a:cubicBezTo>
                  <a:pt x="319759" y="123616"/>
                  <a:pt x="347115" y="96954"/>
                  <a:pt x="347115" y="61808"/>
                </a:cubicBezTo>
                <a:cubicBezTo>
                  <a:pt x="347115" y="26662"/>
                  <a:pt x="319759" y="0"/>
                  <a:pt x="283922" y="0"/>
                </a:cubicBezTo>
                <a:cubicBezTo>
                  <a:pt x="247909" y="0"/>
                  <a:pt x="220728" y="26662"/>
                  <a:pt x="220728" y="61808"/>
                </a:cubicBezTo>
                <a:cubicBezTo>
                  <a:pt x="220728" y="96954"/>
                  <a:pt x="247909" y="123616"/>
                  <a:pt x="283922" y="123616"/>
                </a:cubicBezTo>
                <a:close/>
                <a:moveTo>
                  <a:pt x="283922" y="97820"/>
                </a:moveTo>
                <a:cubicBezTo>
                  <a:pt x="263664" y="97820"/>
                  <a:pt x="248256" y="82410"/>
                  <a:pt x="248256" y="61808"/>
                </a:cubicBezTo>
                <a:cubicBezTo>
                  <a:pt x="248256" y="41206"/>
                  <a:pt x="263664" y="25797"/>
                  <a:pt x="283922" y="25797"/>
                </a:cubicBezTo>
                <a:cubicBezTo>
                  <a:pt x="304179" y="25797"/>
                  <a:pt x="319587" y="41205"/>
                  <a:pt x="319587" y="61808"/>
                </a:cubicBezTo>
                <a:cubicBezTo>
                  <a:pt x="319587" y="82411"/>
                  <a:pt x="304177" y="97820"/>
                  <a:pt x="283922" y="97820"/>
                </a:cubicBezTo>
                <a:close/>
                <a:moveTo>
                  <a:pt x="488329" y="2077"/>
                </a:moveTo>
                <a:lnTo>
                  <a:pt x="458383" y="2077"/>
                </a:lnTo>
                <a:cubicBezTo>
                  <a:pt x="457452" y="2077"/>
                  <a:pt x="456596" y="2589"/>
                  <a:pt x="456156" y="3410"/>
                </a:cubicBezTo>
                <a:lnTo>
                  <a:pt x="425188" y="61115"/>
                </a:lnTo>
                <a:lnTo>
                  <a:pt x="394392" y="3415"/>
                </a:lnTo>
                <a:cubicBezTo>
                  <a:pt x="393953" y="2591"/>
                  <a:pt x="393096" y="2077"/>
                  <a:pt x="392163" y="2077"/>
                </a:cubicBezTo>
                <a:lnTo>
                  <a:pt x="361701" y="2077"/>
                </a:lnTo>
                <a:cubicBezTo>
                  <a:pt x="361004" y="2077"/>
                  <a:pt x="360438" y="2643"/>
                  <a:pt x="360438" y="3341"/>
                </a:cubicBezTo>
                <a:lnTo>
                  <a:pt x="360438" y="120275"/>
                </a:lnTo>
                <a:cubicBezTo>
                  <a:pt x="360438" y="120973"/>
                  <a:pt x="361004" y="121539"/>
                  <a:pt x="361701" y="121539"/>
                </a:cubicBezTo>
                <a:lnTo>
                  <a:pt x="386008" y="121539"/>
                </a:lnTo>
                <a:cubicBezTo>
                  <a:pt x="386708" y="121539"/>
                  <a:pt x="387272" y="120973"/>
                  <a:pt x="387272" y="120275"/>
                </a:cubicBezTo>
                <a:lnTo>
                  <a:pt x="387272" y="44841"/>
                </a:lnTo>
                <a:lnTo>
                  <a:pt x="417397" y="101455"/>
                </a:lnTo>
                <a:lnTo>
                  <a:pt x="432633" y="101455"/>
                </a:lnTo>
                <a:lnTo>
                  <a:pt x="462758" y="44841"/>
                </a:lnTo>
                <a:lnTo>
                  <a:pt x="462758" y="120275"/>
                </a:lnTo>
                <a:cubicBezTo>
                  <a:pt x="462758" y="120973"/>
                  <a:pt x="463324" y="121539"/>
                  <a:pt x="464022" y="121539"/>
                </a:cubicBezTo>
                <a:lnTo>
                  <a:pt x="488329" y="121539"/>
                </a:lnTo>
                <a:cubicBezTo>
                  <a:pt x="489028" y="121539"/>
                  <a:pt x="489594" y="120973"/>
                  <a:pt x="489594" y="120275"/>
                </a:cubicBezTo>
                <a:lnTo>
                  <a:pt x="489594" y="3341"/>
                </a:lnTo>
                <a:cubicBezTo>
                  <a:pt x="489594" y="2643"/>
                  <a:pt x="489028" y="2077"/>
                  <a:pt x="488329" y="2077"/>
                </a:cubicBezTo>
                <a:close/>
                <a:moveTo>
                  <a:pt x="590441" y="119857"/>
                </a:moveTo>
                <a:cubicBezTo>
                  <a:pt x="590800" y="120865"/>
                  <a:pt x="591753" y="121539"/>
                  <a:pt x="592824" y="121539"/>
                </a:cubicBezTo>
                <a:lnTo>
                  <a:pt x="618645" y="121539"/>
                </a:lnTo>
                <a:cubicBezTo>
                  <a:pt x="619527" y="121539"/>
                  <a:pt x="620139" y="120656"/>
                  <a:pt x="619828" y="119829"/>
                </a:cubicBezTo>
                <a:lnTo>
                  <a:pt x="576074" y="3714"/>
                </a:lnTo>
                <a:cubicBezTo>
                  <a:pt x="575703" y="2729"/>
                  <a:pt x="574760" y="2077"/>
                  <a:pt x="573708" y="2077"/>
                </a:cubicBezTo>
                <a:lnTo>
                  <a:pt x="545526" y="2077"/>
                </a:lnTo>
                <a:cubicBezTo>
                  <a:pt x="544471" y="2077"/>
                  <a:pt x="543529" y="2730"/>
                  <a:pt x="543159" y="3717"/>
                </a:cubicBezTo>
                <a:lnTo>
                  <a:pt x="499574" y="119830"/>
                </a:lnTo>
                <a:cubicBezTo>
                  <a:pt x="499263" y="120657"/>
                  <a:pt x="499874" y="121539"/>
                  <a:pt x="500757" y="121539"/>
                </a:cubicBezTo>
                <a:lnTo>
                  <a:pt x="525887" y="121539"/>
                </a:lnTo>
                <a:cubicBezTo>
                  <a:pt x="526958" y="121539"/>
                  <a:pt x="527911" y="120865"/>
                  <a:pt x="528270" y="119857"/>
                </a:cubicBezTo>
                <a:lnTo>
                  <a:pt x="535117" y="100590"/>
                </a:lnTo>
                <a:lnTo>
                  <a:pt x="583594" y="100590"/>
                </a:lnTo>
                <a:lnTo>
                  <a:pt x="590441" y="119857"/>
                </a:lnTo>
                <a:close/>
                <a:moveTo>
                  <a:pt x="543773" y="75831"/>
                </a:moveTo>
                <a:lnTo>
                  <a:pt x="559356" y="31683"/>
                </a:lnTo>
                <a:lnTo>
                  <a:pt x="574938" y="75831"/>
                </a:lnTo>
                <a:lnTo>
                  <a:pt x="543773" y="75831"/>
                </a:lnTo>
                <a:close/>
                <a:moveTo>
                  <a:pt x="619698" y="105665"/>
                </a:moveTo>
                <a:cubicBezTo>
                  <a:pt x="632199" y="116500"/>
                  <a:pt x="651470" y="123616"/>
                  <a:pt x="669583" y="123616"/>
                </a:cubicBezTo>
                <a:cubicBezTo>
                  <a:pt x="696245" y="123616"/>
                  <a:pt x="716847" y="108727"/>
                  <a:pt x="716847" y="86739"/>
                </a:cubicBezTo>
                <a:cubicBezTo>
                  <a:pt x="716847" y="58865"/>
                  <a:pt x="683433" y="50555"/>
                  <a:pt x="672872" y="48303"/>
                </a:cubicBezTo>
                <a:cubicBezTo>
                  <a:pt x="661965" y="46053"/>
                  <a:pt x="651058" y="42417"/>
                  <a:pt x="651058" y="34626"/>
                </a:cubicBezTo>
                <a:cubicBezTo>
                  <a:pt x="651058" y="28393"/>
                  <a:pt x="658674" y="23892"/>
                  <a:pt x="669409" y="23892"/>
                </a:cubicBezTo>
                <a:cubicBezTo>
                  <a:pt x="680084" y="23892"/>
                  <a:pt x="691226" y="28098"/>
                  <a:pt x="698254" y="34146"/>
                </a:cubicBezTo>
                <a:cubicBezTo>
                  <a:pt x="698849" y="34657"/>
                  <a:pt x="699735" y="34533"/>
                  <a:pt x="700144" y="33863"/>
                </a:cubicBezTo>
                <a:lnTo>
                  <a:pt x="711277" y="15619"/>
                </a:lnTo>
                <a:cubicBezTo>
                  <a:pt x="711595" y="15096"/>
                  <a:pt x="711518" y="14415"/>
                  <a:pt x="711065" y="14003"/>
                </a:cubicBezTo>
                <a:cubicBezTo>
                  <a:pt x="702144" y="5886"/>
                  <a:pt x="687417" y="0"/>
                  <a:pt x="669583" y="0"/>
                </a:cubicBezTo>
                <a:cubicBezTo>
                  <a:pt x="642055" y="0"/>
                  <a:pt x="623529" y="14196"/>
                  <a:pt x="623529" y="35665"/>
                </a:cubicBezTo>
                <a:cubicBezTo>
                  <a:pt x="623529" y="56787"/>
                  <a:pt x="641361" y="68041"/>
                  <a:pt x="665255" y="73754"/>
                </a:cubicBezTo>
                <a:cubicBezTo>
                  <a:pt x="677893" y="76870"/>
                  <a:pt x="689319" y="79640"/>
                  <a:pt x="689319" y="87951"/>
                </a:cubicBezTo>
                <a:cubicBezTo>
                  <a:pt x="689319" y="95050"/>
                  <a:pt x="680143" y="99724"/>
                  <a:pt x="669409" y="99724"/>
                </a:cubicBezTo>
                <a:cubicBezTo>
                  <a:pt x="657220" y="99724"/>
                  <a:pt x="643421" y="93927"/>
                  <a:pt x="633758" y="85439"/>
                </a:cubicBezTo>
                <a:cubicBezTo>
                  <a:pt x="633188" y="84939"/>
                  <a:pt x="632331" y="85041"/>
                  <a:pt x="631905" y="85669"/>
                </a:cubicBezTo>
                <a:lnTo>
                  <a:pt x="619491" y="103977"/>
                </a:lnTo>
                <a:cubicBezTo>
                  <a:pt x="619130" y="104512"/>
                  <a:pt x="619211" y="105241"/>
                  <a:pt x="619698" y="105665"/>
                </a:cubicBezTo>
                <a:close/>
                <a:moveTo>
                  <a:pt x="1020054" y="504131"/>
                </a:moveTo>
                <a:lnTo>
                  <a:pt x="955369" y="504131"/>
                </a:lnTo>
                <a:cubicBezTo>
                  <a:pt x="953616" y="504131"/>
                  <a:pt x="951989" y="503227"/>
                  <a:pt x="951064" y="501740"/>
                </a:cubicBezTo>
                <a:lnTo>
                  <a:pt x="884290" y="394320"/>
                </a:lnTo>
                <a:lnTo>
                  <a:pt x="818185" y="394018"/>
                </a:lnTo>
                <a:lnTo>
                  <a:pt x="818185" y="500753"/>
                </a:lnTo>
                <a:cubicBezTo>
                  <a:pt x="818185" y="502619"/>
                  <a:pt x="816673" y="504131"/>
                  <a:pt x="814807" y="504131"/>
                </a:cubicBezTo>
                <a:lnTo>
                  <a:pt x="754004" y="504131"/>
                </a:lnTo>
                <a:cubicBezTo>
                  <a:pt x="752139" y="504131"/>
                  <a:pt x="750627" y="502619"/>
                  <a:pt x="750627" y="500753"/>
                </a:cubicBezTo>
                <a:lnTo>
                  <a:pt x="750627" y="169715"/>
                </a:lnTo>
                <a:cubicBezTo>
                  <a:pt x="750627" y="167849"/>
                  <a:pt x="752139" y="166336"/>
                  <a:pt x="754004" y="166336"/>
                </a:cubicBezTo>
                <a:lnTo>
                  <a:pt x="901064" y="166336"/>
                </a:lnTo>
                <a:cubicBezTo>
                  <a:pt x="963727" y="166336"/>
                  <a:pt x="1016419" y="215972"/>
                  <a:pt x="1017252" y="278632"/>
                </a:cubicBezTo>
                <a:cubicBezTo>
                  <a:pt x="1017870" y="325109"/>
                  <a:pt x="990617" y="365266"/>
                  <a:pt x="951159" y="383525"/>
                </a:cubicBezTo>
                <a:lnTo>
                  <a:pt x="1022923" y="498970"/>
                </a:lnTo>
                <a:cubicBezTo>
                  <a:pt x="1024321" y="501221"/>
                  <a:pt x="1022703" y="504131"/>
                  <a:pt x="1020054" y="504131"/>
                </a:cubicBezTo>
                <a:close/>
                <a:moveTo>
                  <a:pt x="953620" y="280178"/>
                </a:moveTo>
                <a:cubicBezTo>
                  <a:pt x="953620" y="252454"/>
                  <a:pt x="931144" y="229980"/>
                  <a:pt x="903422" y="229980"/>
                </a:cubicBezTo>
                <a:lnTo>
                  <a:pt x="818185" y="229980"/>
                </a:lnTo>
                <a:lnTo>
                  <a:pt x="818185" y="330375"/>
                </a:lnTo>
                <a:lnTo>
                  <a:pt x="903422" y="330375"/>
                </a:lnTo>
                <a:cubicBezTo>
                  <a:pt x="931144" y="330375"/>
                  <a:pt x="953620" y="307900"/>
                  <a:pt x="953620" y="280178"/>
                </a:cubicBezTo>
                <a:close/>
                <a:moveTo>
                  <a:pt x="445982" y="359121"/>
                </a:moveTo>
                <a:cubicBezTo>
                  <a:pt x="444273" y="351427"/>
                  <a:pt x="443342" y="343441"/>
                  <a:pt x="443342" y="335234"/>
                </a:cubicBezTo>
                <a:cubicBezTo>
                  <a:pt x="443342" y="274704"/>
                  <a:pt x="492411" y="225634"/>
                  <a:pt x="552940" y="225634"/>
                </a:cubicBezTo>
                <a:cubicBezTo>
                  <a:pt x="613472" y="225634"/>
                  <a:pt x="662541" y="274704"/>
                  <a:pt x="662541" y="335234"/>
                </a:cubicBezTo>
                <a:cubicBezTo>
                  <a:pt x="662541" y="343441"/>
                  <a:pt x="661610" y="351427"/>
                  <a:pt x="659898" y="359121"/>
                </a:cubicBezTo>
                <a:lnTo>
                  <a:pt x="724656" y="359121"/>
                </a:lnTo>
                <a:cubicBezTo>
                  <a:pt x="725732" y="351311"/>
                  <a:pt x="726302" y="343339"/>
                  <a:pt x="726302" y="335234"/>
                </a:cubicBezTo>
                <a:cubicBezTo>
                  <a:pt x="726302" y="239489"/>
                  <a:pt x="648686" y="161873"/>
                  <a:pt x="552940" y="161873"/>
                </a:cubicBezTo>
                <a:cubicBezTo>
                  <a:pt x="457197" y="161873"/>
                  <a:pt x="379579" y="239489"/>
                  <a:pt x="379579" y="335234"/>
                </a:cubicBezTo>
                <a:cubicBezTo>
                  <a:pt x="379579" y="343339"/>
                  <a:pt x="380149" y="351311"/>
                  <a:pt x="381225" y="359121"/>
                </a:cubicBezTo>
                <a:lnTo>
                  <a:pt x="445982" y="359121"/>
                </a:lnTo>
                <a:close/>
                <a:moveTo>
                  <a:pt x="395041" y="406893"/>
                </a:moveTo>
                <a:cubicBezTo>
                  <a:pt x="422308" y="466882"/>
                  <a:pt x="482751" y="508596"/>
                  <a:pt x="552940" y="508596"/>
                </a:cubicBezTo>
                <a:cubicBezTo>
                  <a:pt x="623129" y="508596"/>
                  <a:pt x="683573" y="466882"/>
                  <a:pt x="710840" y="406893"/>
                </a:cubicBezTo>
                <a:lnTo>
                  <a:pt x="395041" y="406893"/>
                </a:lnTo>
                <a:close/>
              </a:path>
            </a:pathLst>
          </a:custGeom>
          <a:solidFill>
            <a:schemeClr val="bg2"/>
          </a:solidFill>
          <a:ln w="1787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4 juni 2026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28DE3-8302-DDC1-289E-9A11F2518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</a:t>
            </a:fld>
            <a:endParaRPr lang="nl-BE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2DBAF1-D1E5-46E4-9FB5-8E5C9052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noProof="0" dirty="0"/>
              <a:t>Ontwikkeling van een virtuele leer- en testomgeving met EVE-NG Pro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545580-867E-C239-267A-AEC71F8B61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4045577"/>
            <a:ext cx="11160123" cy="1447883"/>
          </a:xfrm>
        </p:spPr>
        <p:txBody>
          <a:bodyPr/>
          <a:lstStyle/>
          <a:p>
            <a:r>
              <a:rPr lang="nl-BE" noProof="0" dirty="0"/>
              <a:t>Yente Lens | </a:t>
            </a:r>
            <a:r>
              <a:rPr lang="nl-BE" noProof="0" dirty="0" err="1"/>
              <a:t>Interligo</a:t>
            </a:r>
            <a:r>
              <a:rPr lang="nl-BE" noProof="0" dirty="0"/>
              <a:t> nv</a:t>
            </a:r>
          </a:p>
          <a:p>
            <a:r>
              <a:rPr lang="nl-BE" noProof="0" dirty="0"/>
              <a:t>2025-2026</a:t>
            </a:r>
          </a:p>
          <a:p>
            <a:r>
              <a:rPr lang="nl-BE" noProof="0" dirty="0"/>
              <a:t>Bachelor </a:t>
            </a:r>
            <a:r>
              <a:rPr lang="nl-BE" noProof="0" dirty="0">
                <a:solidFill>
                  <a:schemeClr val="bg1">
                    <a:lumMod val="65000"/>
                  </a:schemeClr>
                </a:solidFill>
              </a:rPr>
              <a:t>Elektronica-ICT </a:t>
            </a:r>
            <a:endParaRPr lang="nl-BE" noProof="0" dirty="0"/>
          </a:p>
        </p:txBody>
      </p:sp>
    </p:spTree>
    <p:extLst>
      <p:ext uri="{BB962C8B-B14F-4D97-AF65-F5344CB8AC3E}">
        <p14:creationId xmlns:p14="http://schemas.microsoft.com/office/powerpoint/2010/main" val="12887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BEE83-8238-6314-2E5B-2432E5772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F97CC62-7EA7-1D3A-419A-8BD3F26AD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Inhoudstafel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A3A58-1E93-C9A4-3361-4836989BEC1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2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D33ED2-915B-0BAF-C619-7767264E321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Probleemstelling</a:t>
            </a:r>
          </a:p>
          <a:p>
            <a:pPr lvl="1"/>
            <a:r>
              <a:rPr lang="nl-BE" noProof="0" dirty="0"/>
              <a:t>EVE-NG</a:t>
            </a:r>
          </a:p>
          <a:p>
            <a:pPr lvl="1"/>
            <a:r>
              <a:rPr lang="nl-BE" noProof="0" dirty="0"/>
              <a:t>Beginsituatie</a:t>
            </a:r>
          </a:p>
          <a:p>
            <a:pPr lvl="1"/>
            <a:r>
              <a:rPr lang="nl-BE" noProof="0" dirty="0"/>
              <a:t>Huidige situatie</a:t>
            </a:r>
          </a:p>
          <a:p>
            <a:pPr lvl="2"/>
            <a:r>
              <a:rPr lang="nl-BE" noProof="0" dirty="0"/>
              <a:t>systeemvereisten</a:t>
            </a:r>
          </a:p>
          <a:p>
            <a:pPr lvl="1"/>
            <a:r>
              <a:rPr lang="nl-BE" noProof="0" dirty="0"/>
              <a:t>Doelstellingen</a:t>
            </a:r>
          </a:p>
          <a:p>
            <a:pPr lvl="2"/>
            <a:r>
              <a:rPr lang="nl-BE" noProof="0" dirty="0"/>
              <a:t>Active Directory integratie</a:t>
            </a:r>
          </a:p>
          <a:p>
            <a:pPr lvl="2"/>
            <a:r>
              <a:rPr lang="nl-BE" noProof="0" dirty="0"/>
              <a:t>Labo’s</a:t>
            </a:r>
          </a:p>
          <a:p>
            <a:pPr lvl="2"/>
            <a:r>
              <a:rPr lang="nl-BE" noProof="0" dirty="0"/>
              <a:t>Automatisering</a:t>
            </a:r>
          </a:p>
          <a:p>
            <a:pPr lvl="1"/>
            <a:r>
              <a:rPr lang="nl-BE" noProof="0" dirty="0"/>
              <a:t>Besluit</a:t>
            </a:r>
          </a:p>
        </p:txBody>
      </p:sp>
    </p:spTree>
    <p:extLst>
      <p:ext uri="{BB962C8B-B14F-4D97-AF65-F5344CB8AC3E}">
        <p14:creationId xmlns:p14="http://schemas.microsoft.com/office/powerpoint/2010/main" val="1268351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3F50E92-AC22-A85F-F85A-78668A41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Probleemstelling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165EB-AC20-0019-4AA7-EBF645B0A9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3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0836B0-04E0-E197-CF30-C050AB2518E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Toetsen van sollicitanten op kennis en vaardigheden</a:t>
            </a:r>
          </a:p>
          <a:p>
            <a:pPr lvl="1"/>
            <a:r>
              <a:rPr lang="nl-BE" noProof="0" dirty="0"/>
              <a:t>Juniors een inzicht geven in real-life netwerk </a:t>
            </a:r>
            <a:r>
              <a:rPr lang="nl-BE" noProof="0" dirty="0" err="1"/>
              <a:t>topologieën</a:t>
            </a:r>
            <a:endParaRPr lang="nl-BE" noProof="0" dirty="0"/>
          </a:p>
          <a:p>
            <a:pPr lvl="0"/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FA18DE-3BBE-0B60-8DEE-BE0FC84C9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6" y="3268275"/>
            <a:ext cx="4867800" cy="3200400"/>
          </a:xfrm>
          <a:prstGeom prst="rect">
            <a:avLst/>
          </a:prstGeom>
        </p:spPr>
      </p:pic>
      <p:pic>
        <p:nvPicPr>
          <p:cNvPr id="2" name="Picture 8" descr="From a Hiring Manager's Perspective: What I Was Looking for in a Junior  Data Scientist Role">
            <a:extLst>
              <a:ext uri="{FF2B5EF4-FFF2-40B4-BE49-F238E27FC236}">
                <a16:creationId xmlns:a16="http://schemas.microsoft.com/office/drawing/2014/main" id="{FC62FFB0-E7E7-EBA4-5CC6-98A31EE39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973" y="1420431"/>
            <a:ext cx="50292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3068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BA03D-9CC1-96C6-FE66-E39F8464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B62FD2-DA1D-C589-0E04-E0E087E0E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4000" noProof="0" dirty="0" err="1"/>
              <a:t>Emulated</a:t>
            </a:r>
            <a:r>
              <a:rPr lang="nl-BE" sz="4000" noProof="0" dirty="0"/>
              <a:t> Virtual Environment – Next </a:t>
            </a:r>
            <a:r>
              <a:rPr lang="nl-BE" sz="4000" noProof="0" dirty="0" err="1"/>
              <a:t>Generation</a:t>
            </a:r>
            <a:endParaRPr lang="nl-BE" sz="4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6615F-DF7D-60E6-5217-1900C4B033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4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8E624CA-BFB4-606C-B705-3759F104F1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Wat?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Waarom?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Hoe?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A91A3F-F5CB-2D9C-DCFF-84BE73952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0915" y="2198906"/>
            <a:ext cx="6144466" cy="246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21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77F28-D632-DB13-4C11-BE1BB5783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2A50BD-FCFB-BC39-7012-6BD5B9E78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Beginsituatie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A17E6-7A8F-CF79-E1D9-D25F2462317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5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6B097B-6EE4-2614-1AAD-8F7BEF7C85E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 err="1"/>
              <a:t>Proxmox</a:t>
            </a:r>
            <a:r>
              <a:rPr lang="nl-BE" noProof="0" dirty="0"/>
              <a:t> Virtual Environment</a:t>
            </a:r>
          </a:p>
          <a:p>
            <a:pPr lvl="1"/>
            <a:r>
              <a:rPr lang="nl-BE" noProof="0" dirty="0"/>
              <a:t>Servercapaciteiten</a:t>
            </a:r>
          </a:p>
          <a:p>
            <a:pPr lvl="2"/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47ACA2-5077-E23E-2552-E28DB6C60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118" y="0"/>
            <a:ext cx="2785364" cy="26527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A9B841-4568-795B-CA45-174869519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227" y="2917875"/>
            <a:ext cx="8425543" cy="2311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E306D5-F03E-12DA-4C7C-2D0C109DB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018" y="5494372"/>
            <a:ext cx="9283959" cy="35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20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A4030-A475-7638-9375-98983A8DF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365FD9-DCC3-5FF5-D2CB-FCC792EB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Huidige situatie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FD70A-C868-2D13-75C3-A91B5D80136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6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83776E-34F6-0FAF-19E8-B60D41D3BF9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Clusterarchitectuur</a:t>
            </a:r>
          </a:p>
          <a:p>
            <a:pPr lvl="1"/>
            <a:endParaRPr lang="nl-BE" noProof="0" dirty="0"/>
          </a:p>
          <a:p>
            <a:pPr lvl="1"/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DB229-291C-5FFC-61F1-2E5115405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6897" y="1420431"/>
            <a:ext cx="3238500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F40877-FFBD-A571-CBDF-4E712B83FA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6" y="2649008"/>
            <a:ext cx="2953162" cy="1057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5068EA-BDF8-2ED6-56FC-CEBC0694C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866" y="4078302"/>
            <a:ext cx="6268325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32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CA9D36-C7CF-38E3-0ADE-E0EAE31B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Systeemvereisten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74E4DE-228F-8EA9-CB96-E94C822B0A7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7</a:t>
            </a:fld>
            <a:endParaRPr lang="nl-BE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01D968-555A-85A5-506E-6F42B3512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773" y="4061180"/>
            <a:ext cx="6284450" cy="17753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0EDA5A-E474-285E-2242-D58D776BF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62" y="1518835"/>
            <a:ext cx="10889673" cy="191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34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9DA56-FC8E-184A-0209-9818E932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3672EC-3DC8-1388-D4D2-FBA0F897D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Doelstellingen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82212-FC8D-CBBA-CAAF-178DE9D4736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8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519DDE-1D72-6779-2BE4-81B9177ACED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Werkende EVE-NG Pro cluster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Active Directory Integratie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Labo’s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Automatisering</a:t>
            </a:r>
          </a:p>
        </p:txBody>
      </p:sp>
    </p:spTree>
    <p:extLst>
      <p:ext uri="{BB962C8B-B14F-4D97-AF65-F5344CB8AC3E}">
        <p14:creationId xmlns:p14="http://schemas.microsoft.com/office/powerpoint/2010/main" val="3749398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5914F-DCDD-3626-5C37-787615267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BA7DD2-0D27-4D96-42C5-BFD46ECD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Active Directory Integratie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6574E-B765-2E07-849B-149AAE33781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9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A5D02BE-7ABB-CF77-1A3E-80017733E50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Werking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Configuratie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Nut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5FAAB1-F370-BE90-6505-F41B5542A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071" y="2364094"/>
            <a:ext cx="7335121" cy="212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80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6AED9-B9C5-E79E-5D3F-6E254FFAE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9EB930-9D42-E2F0-D8E2-85807790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Labo’s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232EA-4F92-85E5-EC85-B2911C9C2A4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10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F6BBC5-A9D0-A60C-9F87-98971A74AD1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Opstellingen met verschillende focus en moeilijkheidsgraad</a:t>
            </a:r>
          </a:p>
          <a:p>
            <a:pPr lvl="1"/>
            <a:r>
              <a:rPr lang="nl-BE" noProof="0" dirty="0"/>
              <a:t>Lab 1 - Firewall/ACL</a:t>
            </a:r>
          </a:p>
          <a:p>
            <a:pPr lvl="1"/>
            <a:r>
              <a:rPr lang="nl-BE" noProof="0" dirty="0"/>
              <a:t>Lab 2 - HSRP, LACP, STP</a:t>
            </a:r>
          </a:p>
          <a:p>
            <a:pPr lvl="1"/>
            <a:r>
              <a:rPr lang="nl-BE" noProof="0" dirty="0"/>
              <a:t>Lab 3 - VRF, BGP, S2S VPN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03FB3F-6682-4EF4-7D85-BAB6DF338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628775"/>
            <a:ext cx="5948506" cy="390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92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5D3C1-BA6A-573C-BF63-F0C96DB2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5DF19C-543D-2468-9B8E-7301E1CC3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Labo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3D98A-2786-21B1-5B88-F228629B488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11</a:t>
            </a:fld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734DBA-E63C-F88C-CF8F-D5D0D410B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858" y="1002144"/>
            <a:ext cx="6554281" cy="485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16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1C27-9BED-BAE8-7227-07ED82C19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041704-5176-EFAD-6D14-869237A8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Labo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504F3-9CBE-A491-FF0C-BAAA62C4E58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12</a:t>
            </a:fld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C39FC1-8D78-5D8B-417A-9F4E7F4EA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6" y="1633537"/>
            <a:ext cx="93821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579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A134B-BE46-92BD-F114-3A3CD9503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30B4AC-FD1E-3278-191B-5CD41A7A6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Labo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EE879-AC31-86F2-4E54-9EFF790546E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13</a:t>
            </a:fld>
            <a:endParaRPr lang="nl-BE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6020E1-D0FC-5471-28CA-4C5D5D60B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152" y="982022"/>
            <a:ext cx="7443693" cy="4893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10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84C7-7111-BEEB-6FA1-0200422A0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F319E1-06A0-FDF1-A7D3-9D20F0269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Automatisering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5BBB2-7D54-1FC4-0C47-FB336C1D24A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14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9E74EF7-E211-9DCD-652C-964BFD12DDC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Aanmaken en configureren van toestellen via de EVE-NG API</a:t>
            </a:r>
          </a:p>
          <a:p>
            <a:pPr lvl="1"/>
            <a:r>
              <a:rPr lang="nl-BE" noProof="0" dirty="0"/>
              <a:t>API = Application Programming Interface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85A522-3ED8-466C-5AAC-40F03206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6" y="4700586"/>
            <a:ext cx="7058025" cy="10572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F2AC4C-803D-25F9-885C-3925928DB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391" y="1628775"/>
            <a:ext cx="4163006" cy="1905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0CB208-9088-424F-27FB-4D2B1EB99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656" y="3743117"/>
            <a:ext cx="2800741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365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1D5D0-3A44-FB54-23DC-AA795D714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B4B085-FB6F-5187-F41E-F49AF8133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Program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E8A94-F1A4-3DC5-CF00-F8ADFA1A0C1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15</a:t>
            </a:fld>
            <a:endParaRPr lang="nl-BE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0E5968-D9C5-D313-27AC-19D62718458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Aanmaken </a:t>
            </a:r>
            <a:r>
              <a:rPr lang="nl-BE" noProof="0" dirty="0" err="1"/>
              <a:t>devices</a:t>
            </a:r>
            <a:endParaRPr lang="nl-BE" noProof="0" dirty="0"/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Verbinden op juiste poort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Opstarten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Configuratie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Klaarmaken voor gebruik</a:t>
            </a:r>
          </a:p>
        </p:txBody>
      </p:sp>
    </p:spTree>
    <p:extLst>
      <p:ext uri="{BB962C8B-B14F-4D97-AF65-F5344CB8AC3E}">
        <p14:creationId xmlns:p14="http://schemas.microsoft.com/office/powerpoint/2010/main" val="1466900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7BAF5-1D4D-589C-812E-C57DDF4B8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BA412E-BEC4-4509-57C5-1533450D1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Aanmaken </a:t>
            </a:r>
            <a:r>
              <a:rPr lang="nl-BE" noProof="0" dirty="0" err="1"/>
              <a:t>devices</a:t>
            </a:r>
            <a:endParaRPr lang="nl-BE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18436-2383-46D4-7835-EE4AEB2B4BD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16</a:t>
            </a:fld>
            <a:endParaRPr lang="nl-B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41D3B3-4B3B-0186-AAE0-BBAB2F3EB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422" y="1420431"/>
            <a:ext cx="6680640" cy="43368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860565-66C5-B5DB-8D96-6679E1C109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7" y="2307540"/>
            <a:ext cx="2676899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94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4C618-E233-B130-8AF9-BB3F7566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B61470-CF74-F866-15F6-9428B90D6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Verbinden op juiste poort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BDFF7-F170-0427-13B4-73ABD3A7F51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17</a:t>
            </a:fld>
            <a:endParaRPr lang="nl-B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B802DA-ECB3-AD15-4A92-F05B15F8D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2951760"/>
            <a:ext cx="5172075" cy="18573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13CF70-0820-B234-A233-E3437DE06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848" y="1275361"/>
            <a:ext cx="2756349" cy="521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61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E7B72-4768-7D0F-DF1D-BAF45F1B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EA4C13-E2EB-8F0C-76FF-2A8CA68C8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Verbinden op juiste poort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2A6EA-1215-9AA0-CD85-B563EB1696A6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18</a:t>
            </a:fld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7699AE-AC3C-6592-8850-4D387F8F4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4206621"/>
            <a:ext cx="7226248" cy="16911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33E319-141D-CC9D-8E83-105B8DF2F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7" y="1758822"/>
            <a:ext cx="7226248" cy="167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030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AD3A-83B1-8FFA-7E6C-735006BD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079853-A0E3-E915-B8F8-3FD97015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Opstarten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393E5-C7D3-71F4-E75A-FC2647CBD0F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19</a:t>
            </a:fld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84928A-5CD6-F229-4A6D-DCD5DF00C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1933366"/>
            <a:ext cx="2514951" cy="1066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C0D495-7449-B790-BC86-973667789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7" y="4044111"/>
            <a:ext cx="6839905" cy="85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992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8EB9C-D288-D2F7-4045-2BDBD8C1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5D1193-0C40-62C6-D18F-06BBA89B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Configuratie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C8098-5B81-7993-6470-9A236C5DFC5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20</a:t>
            </a:fld>
            <a:endParaRPr lang="nl-BE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82ABF4-BE0D-4F5E-D53E-E65E34489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1862137"/>
            <a:ext cx="4352925" cy="31337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6A8C918-727B-0F39-574A-33BC3FA20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632" y="1862137"/>
            <a:ext cx="5944430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57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6855E-082C-3322-B133-A1DA72DAD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88F0201-3381-819E-92F5-96668DEEC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Configuratie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0AE0C-F588-4457-49F6-C0B2751C338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21</a:t>
            </a:fld>
            <a:endParaRPr lang="nl-BE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FDB3A2-5A7A-12ED-6CCF-CC92EB3A4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7" y="1985761"/>
            <a:ext cx="4658375" cy="2886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3F6FD7-50ED-DA25-ACA9-1587F232A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85" y="1090286"/>
            <a:ext cx="4563112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788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CD66210-36AC-8A70-4499-A8C7AA7EF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noProof="0" dirty="0"/>
              <a:t>Besluit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FC057-E95C-7E17-AD3A-66C4F929DB4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nl-BE" noProof="0" smtClean="0"/>
              <a:pPr/>
              <a:t>22</a:t>
            </a:fld>
            <a:endParaRPr lang="nl-BE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8D1BD5-4855-0058-6BE4-49AC8DF7D31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nl-BE" noProof="0" dirty="0"/>
              <a:t>EVE-NG &gt; CML, </a:t>
            </a:r>
            <a:r>
              <a:rPr lang="nl-BE" noProof="0" dirty="0" err="1"/>
              <a:t>Packet</a:t>
            </a:r>
            <a:r>
              <a:rPr lang="nl-BE" noProof="0" dirty="0"/>
              <a:t> Tracer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AD integratie</a:t>
            </a:r>
          </a:p>
          <a:p>
            <a:pPr lvl="1"/>
            <a:endParaRPr lang="nl-BE" noProof="0" dirty="0"/>
          </a:p>
          <a:p>
            <a:pPr lvl="1"/>
            <a:r>
              <a:rPr lang="nl-BE" noProof="0" dirty="0"/>
              <a:t>Automatisering</a:t>
            </a:r>
          </a:p>
        </p:txBody>
      </p:sp>
    </p:spTree>
    <p:extLst>
      <p:ext uri="{BB962C8B-B14F-4D97-AF65-F5344CB8AC3E}">
        <p14:creationId xmlns:p14="http://schemas.microsoft.com/office/powerpoint/2010/main" val="2986545279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AA8DE6EA0D7449ADAD975039FC6D10" ma:contentTypeVersion="13" ma:contentTypeDescription="Een nieuw document maken." ma:contentTypeScope="" ma:versionID="bbb506b03058d05aa05f0e161ff517ee">
  <xsd:schema xmlns:xsd="http://www.w3.org/2001/XMLSchema" xmlns:xs="http://www.w3.org/2001/XMLSchema" xmlns:p="http://schemas.microsoft.com/office/2006/metadata/properties" xmlns:ns2="955397e3-1a64-431e-9b52-957294e223db" xmlns:ns3="81249da2-3a8f-45ef-b1b9-1dc6c8419276" targetNamespace="http://schemas.microsoft.com/office/2006/metadata/properties" ma:root="true" ma:fieldsID="c96b4d3064c4e3f8375dd1baf24ca80f" ns2:_="" ns3:_="">
    <xsd:import namespace="955397e3-1a64-431e-9b52-957294e223db"/>
    <xsd:import namespace="81249da2-3a8f-45ef-b1b9-1dc6c84192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5397e3-1a64-431e-9b52-957294e223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Afbeelding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249da2-3a8f-45ef-b1b9-1dc6c841927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b34ef070-0ca3-4c16-94cc-77465e69033c}" ma:internalName="TaxCatchAll" ma:showField="CatchAllData" ma:web="81249da2-3a8f-45ef-b1b9-1dc6c84192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1249da2-3a8f-45ef-b1b9-1dc6c8419276" xsi:nil="true"/>
    <lcf76f155ced4ddcb4097134ff3c332f xmlns="955397e3-1a64-431e-9b52-957294e223d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BE0ECCB-FCD5-49B6-B6FE-6A63AD76E7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55397e3-1a64-431e-9b52-957294e223db"/>
    <ds:schemaRef ds:uri="81249da2-3a8f-45ef-b1b9-1dc6c84192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B92E74-0DAA-4211-914A-CE18DD5C2D9B}">
  <ds:schemaRefs>
    <ds:schemaRef ds:uri="955397e3-1a64-431e-9b52-957294e223db"/>
    <ds:schemaRef ds:uri="http://www.w3.org/XML/1998/namespace"/>
    <ds:schemaRef ds:uri="http://schemas.microsoft.com/office/2006/metadata/properties"/>
    <ds:schemaRef ds:uri="http://purl.org/dc/terms/"/>
    <ds:schemaRef ds:uri="81249da2-3a8f-45ef-b1b9-1dc6c8419276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4055</TotalTime>
  <Words>194</Words>
  <Application>Microsoft Office PowerPoint</Application>
  <PresentationFormat>Widescreen</PresentationFormat>
  <Paragraphs>99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Century Gothic</vt:lpstr>
      <vt:lpstr>WIT</vt:lpstr>
      <vt:lpstr>ORANJE</vt:lpstr>
      <vt:lpstr>BLAUW</vt:lpstr>
      <vt:lpstr>Ontwikkeling van een virtuele leer- en testomgeving met EVE-NG Pro</vt:lpstr>
      <vt:lpstr>Inhoudstafel</vt:lpstr>
      <vt:lpstr>Probleemstelling</vt:lpstr>
      <vt:lpstr>Emulated Virtual Environment – Next Generation</vt:lpstr>
      <vt:lpstr>Beginsituatie</vt:lpstr>
      <vt:lpstr>Huidige situatie</vt:lpstr>
      <vt:lpstr>Systeemvereisten</vt:lpstr>
      <vt:lpstr>Doelstellingen</vt:lpstr>
      <vt:lpstr>Active Directory Integratie</vt:lpstr>
      <vt:lpstr>Labo’s</vt:lpstr>
      <vt:lpstr>Labo 1</vt:lpstr>
      <vt:lpstr>Labo 2</vt:lpstr>
      <vt:lpstr>Labo 3</vt:lpstr>
      <vt:lpstr>Automatisering</vt:lpstr>
      <vt:lpstr>Program Flow</vt:lpstr>
      <vt:lpstr>Aanmaken devices</vt:lpstr>
      <vt:lpstr>Verbinden op juiste poort</vt:lpstr>
      <vt:lpstr>Verbinden op juiste poort</vt:lpstr>
      <vt:lpstr>Opstarten</vt:lpstr>
      <vt:lpstr>Configuratie</vt:lpstr>
      <vt:lpstr>Configuratie</vt:lpstr>
      <vt:lpstr>Besluit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Media Comm</dc:creator>
  <cp:lastModifiedBy>Yente Lens</cp:lastModifiedBy>
  <cp:revision>2081</cp:revision>
  <cp:lastPrinted>2023-01-03T10:29:33Z</cp:lastPrinted>
  <dcterms:created xsi:type="dcterms:W3CDTF">2022-09-05T06:43:33Z</dcterms:created>
  <dcterms:modified xsi:type="dcterms:W3CDTF">2026-06-04T08:11:05Z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0x010100B3AA8DE6EA0D7449ADAD975039FC6D10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2023-09-12T20:21:30Z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8bbb5842-85cb-4eba-9ece-771c6f1d48d6</vt:lpwstr>
  </property>
  <property fmtid="{D5CDD505-2E9C-101B-9397-08002B2CF9AE}" pid="10" name="MSIP_Label_c337be75-dfbb-4261-9834-ac247c7dde13_ContentBits">
    <vt:lpwstr>0</vt:lpwstr>
  </property>
</Properties>
</file>