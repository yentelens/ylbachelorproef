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30"/>
  </p:notesMasterIdLst>
  <p:handoutMasterIdLst>
    <p:handoutMasterId r:id="rId31"/>
  </p:handoutMasterIdLst>
  <p:sldIdLst>
    <p:sldId id="543" r:id="rId7"/>
    <p:sldId id="569" r:id="rId8"/>
    <p:sldId id="549" r:id="rId9"/>
    <p:sldId id="563" r:id="rId10"/>
    <p:sldId id="564" r:id="rId11"/>
    <p:sldId id="572" r:id="rId12"/>
    <p:sldId id="584" r:id="rId13"/>
    <p:sldId id="565" r:id="rId14"/>
    <p:sldId id="566" r:id="rId15"/>
    <p:sldId id="567" r:id="rId16"/>
    <p:sldId id="573" r:id="rId17"/>
    <p:sldId id="574" r:id="rId18"/>
    <p:sldId id="575" r:id="rId19"/>
    <p:sldId id="568" r:id="rId20"/>
    <p:sldId id="576" r:id="rId21"/>
    <p:sldId id="577" r:id="rId22"/>
    <p:sldId id="578" r:id="rId23"/>
    <p:sldId id="581" r:id="rId24"/>
    <p:sldId id="579" r:id="rId25"/>
    <p:sldId id="580" r:id="rId26"/>
    <p:sldId id="582" r:id="rId27"/>
    <p:sldId id="586" r:id="rId28"/>
    <p:sldId id="585" r:id="rId29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1E4"/>
    <a:srgbClr val="000000"/>
    <a:srgbClr val="F04619"/>
    <a:srgbClr val="E8EBEE"/>
    <a:srgbClr val="F2F5F8"/>
    <a:srgbClr val="FA6432"/>
    <a:srgbClr val="000A1E"/>
    <a:srgbClr val="00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3" autoAdjust="0"/>
    <p:restoredTop sz="91359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06/16/2026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06/16/2026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607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2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5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A81C2DF-9ED3-914A-1241-85BF79B31D1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3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E800A3B-895E-4C06-CF67-B521B2D781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4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16 juni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</a:t>
            </a:fld>
            <a:endParaRPr lang="nl-BE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noProof="0" dirty="0"/>
              <a:t>Ontwikkeling van een virtuele leer- en testomgeving met EVE-NG Pro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1447883"/>
          </a:xfrm>
        </p:spPr>
        <p:txBody>
          <a:bodyPr/>
          <a:lstStyle/>
          <a:p>
            <a:r>
              <a:rPr lang="nl-BE" noProof="0" dirty="0"/>
              <a:t>Yente Lens | </a:t>
            </a:r>
            <a:r>
              <a:rPr lang="nl-BE" noProof="0" dirty="0" err="1"/>
              <a:t>Interligo</a:t>
            </a:r>
            <a:r>
              <a:rPr lang="nl-BE" noProof="0" dirty="0"/>
              <a:t> nv</a:t>
            </a:r>
          </a:p>
          <a:p>
            <a:r>
              <a:rPr lang="nl-BE" noProof="0" dirty="0"/>
              <a:t>2025-2026</a:t>
            </a:r>
          </a:p>
          <a:p>
            <a:r>
              <a:rPr lang="nl-BE" noProof="0" dirty="0"/>
              <a:t>Bachelor </a:t>
            </a:r>
            <a:r>
              <a:rPr lang="nl-BE" noProof="0" dirty="0">
                <a:solidFill>
                  <a:schemeClr val="bg1">
                    <a:lumMod val="65000"/>
                  </a:schemeClr>
                </a:solidFill>
              </a:rPr>
              <a:t>Elektronica-ICT </a:t>
            </a:r>
            <a:endParaRPr lang="nl-BE" noProof="0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EE83-8238-6314-2E5B-2432E577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97CC62-7EA7-1D3A-419A-8BD3F26A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Inhoudstafel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3A58-1E93-C9A4-3361-4836989BEC1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2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D33ED2-915B-0BAF-C619-7767264E32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Probleemstelling</a:t>
            </a:r>
          </a:p>
          <a:p>
            <a:pPr lvl="1"/>
            <a:r>
              <a:rPr lang="nl-BE" noProof="0" dirty="0"/>
              <a:t>EVE-NG</a:t>
            </a:r>
          </a:p>
          <a:p>
            <a:pPr lvl="1"/>
            <a:r>
              <a:rPr lang="nl-BE" noProof="0" dirty="0"/>
              <a:t>Beginsituatie</a:t>
            </a:r>
          </a:p>
          <a:p>
            <a:pPr lvl="1"/>
            <a:r>
              <a:rPr lang="nl-BE" noProof="0" dirty="0"/>
              <a:t>Huidige situatie</a:t>
            </a:r>
          </a:p>
          <a:p>
            <a:pPr lvl="2"/>
            <a:r>
              <a:rPr lang="nl-BE" noProof="0" dirty="0"/>
              <a:t>systeemvereisten</a:t>
            </a:r>
          </a:p>
          <a:p>
            <a:pPr lvl="1"/>
            <a:r>
              <a:rPr lang="nl-BE" noProof="0" dirty="0"/>
              <a:t>Doelstellingen</a:t>
            </a:r>
          </a:p>
          <a:p>
            <a:pPr lvl="2"/>
            <a:r>
              <a:rPr lang="nl-BE" noProof="0" dirty="0"/>
              <a:t>Active Directory integratie</a:t>
            </a:r>
          </a:p>
          <a:p>
            <a:pPr lvl="2"/>
            <a:r>
              <a:rPr lang="nl-BE" noProof="0" dirty="0"/>
              <a:t>Labo’s</a:t>
            </a:r>
          </a:p>
          <a:p>
            <a:pPr lvl="2"/>
            <a:r>
              <a:rPr lang="nl-BE" noProof="0" dirty="0"/>
              <a:t>Automatisering</a:t>
            </a:r>
          </a:p>
          <a:p>
            <a:pPr lvl="1"/>
            <a:r>
              <a:rPr lang="nl-BE" dirty="0"/>
              <a:t>Demo</a:t>
            </a:r>
            <a:endParaRPr lang="nl-BE" noProof="0" dirty="0"/>
          </a:p>
          <a:p>
            <a:pPr lvl="1"/>
            <a:r>
              <a:rPr lang="nl-BE" noProof="0" dirty="0"/>
              <a:t>Besluit</a:t>
            </a:r>
          </a:p>
        </p:txBody>
      </p:sp>
    </p:spTree>
    <p:extLst>
      <p:ext uri="{BB962C8B-B14F-4D97-AF65-F5344CB8AC3E}">
        <p14:creationId xmlns:p14="http://schemas.microsoft.com/office/powerpoint/2010/main" val="1268351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F50E92-AC22-A85F-F85A-78668A41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Probleemstelling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65EB-AC20-0019-4AA7-EBF645B0A9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3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0836B0-04E0-E197-CF30-C050AB2518E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Toetsen van sollicitanten op kennis en vaardigheden</a:t>
            </a:r>
          </a:p>
          <a:p>
            <a:pPr lvl="1"/>
            <a:r>
              <a:rPr lang="nl-BE" noProof="0" dirty="0"/>
              <a:t>Juniors een inzicht geven in real-life netwerk topologieën</a:t>
            </a:r>
          </a:p>
          <a:p>
            <a:pPr lvl="0"/>
            <a:endParaRPr lang="nl-BE" noProof="0" dirty="0"/>
          </a:p>
        </p:txBody>
      </p:sp>
      <p:pic>
        <p:nvPicPr>
          <p:cNvPr id="2" name="Picture 8" descr="From a Hiring Manager's Perspective: What I Was Looking for in a Junior  Data Scientist Role">
            <a:extLst>
              <a:ext uri="{FF2B5EF4-FFF2-40B4-BE49-F238E27FC236}">
                <a16:creationId xmlns:a16="http://schemas.microsoft.com/office/drawing/2014/main" id="{FC62FFB0-E7E7-EBA4-5CC6-98A31EE39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973" y="1420431"/>
            <a:ext cx="50292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0A1A06-92FB-5F85-959A-326DA24BB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50" y="3312768"/>
            <a:ext cx="4423463" cy="290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6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BA03D-9CC1-96C6-FE66-E39F8464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B62FD2-DA1D-C589-0E04-E0E087E0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4000" noProof="0" dirty="0" err="1"/>
              <a:t>Emulated</a:t>
            </a:r>
            <a:r>
              <a:rPr lang="nl-BE" sz="4000" noProof="0" dirty="0"/>
              <a:t> Virtual Environment – Next </a:t>
            </a:r>
            <a:r>
              <a:rPr lang="nl-BE" sz="4000" noProof="0" dirty="0" err="1"/>
              <a:t>Generation</a:t>
            </a:r>
            <a:endParaRPr lang="nl-BE" sz="4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6615F-DF7D-60E6-5217-1900C4B033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4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624CA-BFB4-606C-B705-3759F104F1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Wat?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Waarom?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Hoe?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91A3F-F5CB-2D9C-DCFF-84BE73952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982" y="2437226"/>
            <a:ext cx="4954021" cy="1983545"/>
          </a:xfrm>
          <a:prstGeom prst="rect">
            <a:avLst/>
          </a:prstGeom>
        </p:spPr>
      </p:pic>
      <p:pic>
        <p:nvPicPr>
          <p:cNvPr id="2" name="Picture 1" descr="Cisco Modeling Labs">
            <a:extLst>
              <a:ext uri="{FF2B5EF4-FFF2-40B4-BE49-F238E27FC236}">
                <a16:creationId xmlns:a16="http://schemas.microsoft.com/office/drawing/2014/main" id="{C8D4B40E-B0AC-53F5-67B6-7526DA0E1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039" y="1192034"/>
            <a:ext cx="2744606" cy="2236965"/>
          </a:xfrm>
          <a:prstGeom prst="rect">
            <a:avLst/>
          </a:prstGeom>
        </p:spPr>
      </p:pic>
      <p:pic>
        <p:nvPicPr>
          <p:cNvPr id="6" name="Picture 5" descr="Cisco Packet Tracer Logo - 55+ Koleksi Gambar">
            <a:extLst>
              <a:ext uri="{FF2B5EF4-FFF2-40B4-BE49-F238E27FC236}">
                <a16:creationId xmlns:a16="http://schemas.microsoft.com/office/drawing/2014/main" id="{93510AB2-1EC1-29CF-D100-A5D460EA5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25" y="3921168"/>
            <a:ext cx="2288834" cy="228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1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7F28-D632-DB13-4C11-BE1BB5783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2A50BD-FCFB-BC39-7012-6BD5B9E7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Beginsituatie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A17E6-7A8F-CF79-E1D9-D25F2462317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5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6B097B-6EE4-2614-1AAD-8F7BEF7C85E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 err="1"/>
              <a:t>Proxmox</a:t>
            </a:r>
            <a:r>
              <a:rPr lang="nl-BE" noProof="0" dirty="0"/>
              <a:t> Virtual Environment</a:t>
            </a:r>
          </a:p>
          <a:p>
            <a:pPr lvl="1"/>
            <a:r>
              <a:rPr lang="nl-BE" noProof="0" dirty="0"/>
              <a:t>Servercapaciteiten</a:t>
            </a:r>
          </a:p>
          <a:p>
            <a:pPr lvl="2"/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7ACA2-5077-E23E-2552-E28DB6C60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118" y="0"/>
            <a:ext cx="2785364" cy="26527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A9B841-4568-795B-CA45-174869519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227" y="2917875"/>
            <a:ext cx="8425543" cy="2311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E306D5-F03E-12DA-4C7C-2D0C109DB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018" y="5494372"/>
            <a:ext cx="9283959" cy="35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20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A4030-A475-7638-9375-98983A8D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365FD9-DCC3-5FF5-D2CB-FCC792EB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Huidige situatie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FD70A-C868-2D13-75C3-A91B5D80136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6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83776E-34F6-0FAF-19E8-B60D41D3BF9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Clusterarchitectuur</a:t>
            </a:r>
          </a:p>
          <a:p>
            <a:pPr lvl="1"/>
            <a:r>
              <a:rPr lang="nl-BE" dirty="0" err="1"/>
              <a:t>Loadbalancing</a:t>
            </a:r>
            <a:endParaRPr lang="nl-BE" noProof="0" dirty="0"/>
          </a:p>
          <a:p>
            <a:pPr lvl="1"/>
            <a:endParaRPr lang="nl-BE" noProof="0" dirty="0"/>
          </a:p>
          <a:p>
            <a:pPr lvl="1"/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DB229-291C-5FFC-61F1-2E511540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97" y="1420431"/>
            <a:ext cx="3238500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F40877-FFBD-A571-CBDF-4E712B83F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6" y="2649008"/>
            <a:ext cx="2953162" cy="1057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5068EA-BDF8-2ED6-56FC-CEBC0694C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866" y="4078302"/>
            <a:ext cx="6268325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3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CA9D36-C7CF-38E3-0ADE-E0EAE31B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Systeemvereisten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4E4DE-228F-8EA9-CB96-E94C822B0A7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7</a:t>
            </a:fld>
            <a:endParaRPr lang="nl-BE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1D968-555A-85A5-506E-6F42B3512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773" y="4061180"/>
            <a:ext cx="6284450" cy="1775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EDA5A-E474-285E-2242-D58D776BF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62" y="1518835"/>
            <a:ext cx="10889673" cy="191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9DA56-FC8E-184A-0209-9818E932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3672EC-3DC8-1388-D4D2-FBA0F897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Doelstellingen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82212-FC8D-CBBA-CAAF-178DE9D4736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8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19DDE-1D72-6779-2BE4-81B9177ACED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Werkende EVE-NG Pro cluster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Active Directory Integratie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Labo’s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Automatisering</a:t>
            </a:r>
          </a:p>
        </p:txBody>
      </p:sp>
    </p:spTree>
    <p:extLst>
      <p:ext uri="{BB962C8B-B14F-4D97-AF65-F5344CB8AC3E}">
        <p14:creationId xmlns:p14="http://schemas.microsoft.com/office/powerpoint/2010/main" val="374939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5914F-DCDD-3626-5C37-78761526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BA7DD2-0D27-4D96-42C5-BFD46EC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Active Directory Integratie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6574E-B765-2E07-849B-149AAE33781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9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5D02BE-7ABB-CF77-1A3E-80017733E50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Werking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Configuratie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Nut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5FAAB1-F370-BE90-6505-F41B5542A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071" y="2364094"/>
            <a:ext cx="7335121" cy="212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80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AED9-B9C5-E79E-5D3F-6E254FFA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9EB930-9D42-E2F0-D8E2-85807790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Labo’s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232EA-4F92-85E5-EC85-B2911C9C2A4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10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F6BBC5-A9D0-A60C-9F87-98971A74AD1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Opstellingen met verschillende focus en moeilijkheidsgraad</a:t>
            </a:r>
          </a:p>
          <a:p>
            <a:pPr lvl="1"/>
            <a:r>
              <a:rPr lang="nl-BE" noProof="0" dirty="0"/>
              <a:t>Lab 1 - Firewall/ACL</a:t>
            </a:r>
          </a:p>
          <a:p>
            <a:pPr lvl="1"/>
            <a:r>
              <a:rPr lang="nl-BE" noProof="0" dirty="0"/>
              <a:t>Lab 2 - HSRP, LACP, STP</a:t>
            </a:r>
          </a:p>
          <a:p>
            <a:pPr lvl="1"/>
            <a:r>
              <a:rPr lang="nl-BE" noProof="0" dirty="0"/>
              <a:t>Lab 3 - VRF, BGP, S2S VPN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03FB3F-6682-4EF4-7D85-BAB6DF33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628775"/>
            <a:ext cx="5948506" cy="390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9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D3C1-BA6A-573C-BF63-F0C96DB2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5DF19C-543D-2468-9B8E-7301E1CC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Labo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3D98A-2786-21B1-5B88-F228629B488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11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734DBA-E63C-F88C-CF8F-D5D0D410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58" y="1002144"/>
            <a:ext cx="6554281" cy="485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1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1C27-9BED-BAE8-7227-07ED82C1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041704-5176-EFAD-6D14-869237A8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Labo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504F3-9CBE-A491-FF0C-BAAA62C4E58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12</a:t>
            </a:fld>
            <a:endParaRPr lang="nl-B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959129-6BAB-7465-E7FB-AB6DCC66F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633537"/>
            <a:ext cx="93821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79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134B-BE46-92BD-F114-3A3CD950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30B4AC-FD1E-3278-191B-5CD41A7A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Labo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EE879-AC31-86F2-4E54-9EFF790546E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13</a:t>
            </a:fld>
            <a:endParaRPr lang="nl-BE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6020E1-D0FC-5471-28CA-4C5D5D60B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152" y="982022"/>
            <a:ext cx="7443693" cy="489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10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84C7-7111-BEEB-6FA1-0200422A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F319E1-06A0-FDF1-A7D3-9D20F026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Automatisering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5BBB2-7D54-1FC4-0C47-FB336C1D24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14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E74EF7-E211-9DCD-652C-964BFD12DDC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Aanmaken en configureren van toestellen via de EVE-NG API</a:t>
            </a:r>
          </a:p>
          <a:p>
            <a:pPr lvl="1"/>
            <a:r>
              <a:rPr lang="nl-BE" noProof="0" dirty="0"/>
              <a:t>API = Application Programming Interface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85A522-3ED8-466C-5AAC-40F03206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4700586"/>
            <a:ext cx="7058025" cy="1057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2AC4C-803D-25F9-885C-3925928DB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391" y="1628775"/>
            <a:ext cx="4163006" cy="1905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0CB208-9088-424F-27FB-4D2B1EB99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656" y="3743117"/>
            <a:ext cx="2800741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65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D5D0-3A44-FB54-23DC-AA795D71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B4B085-FB6F-5187-F41E-F49AF813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Program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E8A94-F1A4-3DC5-CF00-F8ADFA1A0C1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15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0E5968-D9C5-D313-27AC-19D62718458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Aanmaken </a:t>
            </a:r>
            <a:r>
              <a:rPr lang="nl-BE" noProof="0" dirty="0" err="1"/>
              <a:t>devices</a:t>
            </a:r>
            <a:endParaRPr lang="nl-BE" noProof="0" dirty="0"/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Verbinden op juiste poort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Opstarten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Configuratie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Klaarmaken voor gebruik</a:t>
            </a:r>
          </a:p>
        </p:txBody>
      </p:sp>
    </p:spTree>
    <p:extLst>
      <p:ext uri="{BB962C8B-B14F-4D97-AF65-F5344CB8AC3E}">
        <p14:creationId xmlns:p14="http://schemas.microsoft.com/office/powerpoint/2010/main" val="1466900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BAF5-1D4D-589C-812E-C57DDF4B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BA412E-BEC4-4509-57C5-1533450D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Aanmaken </a:t>
            </a:r>
            <a:r>
              <a:rPr lang="nl-BE" noProof="0" dirty="0" err="1"/>
              <a:t>devices</a:t>
            </a:r>
            <a:endParaRPr lang="nl-B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18436-2383-46D4-7835-EE4AEB2B4BD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16</a:t>
            </a:fld>
            <a:endParaRPr lang="nl-B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1D3B3-4B3B-0186-AAE0-BBAB2F3EB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422" y="1420431"/>
            <a:ext cx="6680640" cy="4336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860565-66C5-B5DB-8D96-6679E1C10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7" y="2307540"/>
            <a:ext cx="267689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94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4C618-E233-B130-8AF9-BB3F7566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B61470-CF74-F866-15F6-9428B90D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Verbinden op juiste poort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BDFF7-F170-0427-13B4-73ABD3A7F51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17</a:t>
            </a:fld>
            <a:endParaRPr lang="nl-B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B802DA-ECB3-AD15-4A92-F05B15F8D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2951760"/>
            <a:ext cx="5172075" cy="18573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13CF70-0820-B234-A233-E3437DE06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848" y="1275361"/>
            <a:ext cx="2756349" cy="521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6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E7B72-4768-7D0F-DF1D-BAF45F1B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EA4C13-E2EB-8F0C-76FF-2A8CA68C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Verbinden op juiste poort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2A6EA-1215-9AA0-CD85-B563EB1696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18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7699AE-AC3C-6592-8850-4D387F8F4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4206621"/>
            <a:ext cx="7226248" cy="1691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33E319-141D-CC9D-8E83-105B8DF2F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7" y="1758822"/>
            <a:ext cx="7226248" cy="167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30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AD3A-83B1-8FFA-7E6C-735006BD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079853-A0E3-E915-B8F8-3FD97015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Opstarten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93E5-C7D3-71F4-E75A-FC2647CBD0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19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84928A-5CD6-F229-4A6D-DCD5DF00C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933366"/>
            <a:ext cx="2514951" cy="1066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C0D495-7449-B790-BC86-973667789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7" y="4044111"/>
            <a:ext cx="6839905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9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EB9C-D288-D2F7-4045-2BDBD8C1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5D1193-0C40-62C6-D18F-06BBA89B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Configuratie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C8098-5B81-7993-6470-9A236C5DFC5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20</a:t>
            </a:fld>
            <a:endParaRPr lang="nl-B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2ABF4-BE0D-4F5E-D53E-E65E34489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862137"/>
            <a:ext cx="4352925" cy="3133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A2259E-7777-46D9-C7C1-103138E9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539" y="1862137"/>
            <a:ext cx="5953956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57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855E-082C-3322-B133-A1DA72DA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8F0201-3381-819E-92F5-96668DEE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Configuratie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0AE0C-F588-4457-49F6-C0B2751C338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21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FDB3A2-5A7A-12ED-6CCF-CC92EB3A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985761"/>
            <a:ext cx="4658375" cy="288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3F6FD7-50ED-DA25-ACA9-1587F232A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85" y="1090286"/>
            <a:ext cx="456311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88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918E03-C738-456A-8C3F-51C5B89C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35DFE-1C76-1332-099D-C026E745C11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pic>
        <p:nvPicPr>
          <p:cNvPr id="2" name="demo_latest">
            <a:hlinkClick r:id="" action="ppaction://media"/>
            <a:extLst>
              <a:ext uri="{FF2B5EF4-FFF2-40B4-BE49-F238E27FC236}">
                <a16:creationId xmlns:a16="http://schemas.microsoft.com/office/drawing/2014/main" id="{5B654E8A-51A0-E9F1-A483-BD8221DA7A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199" y="1120774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6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80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D66210-36AC-8A70-4499-A8C7AA7E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Besluit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FC057-E95C-7E17-AD3A-66C4F929DB4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23</a:t>
            </a:fld>
            <a:endParaRPr lang="nl-BE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D1BD5-4855-0058-6BE4-49AC8DF7D31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EVE-NG &gt; CML, </a:t>
            </a:r>
            <a:r>
              <a:rPr lang="nl-BE" noProof="0" dirty="0" err="1"/>
              <a:t>Packet</a:t>
            </a:r>
            <a:r>
              <a:rPr lang="nl-BE" noProof="0" dirty="0"/>
              <a:t> Tracer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AD integratie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Automatisering</a:t>
            </a:r>
          </a:p>
        </p:txBody>
      </p:sp>
    </p:spTree>
    <p:extLst>
      <p:ext uri="{BB962C8B-B14F-4D97-AF65-F5344CB8AC3E}">
        <p14:creationId xmlns:p14="http://schemas.microsoft.com/office/powerpoint/2010/main" val="2986545279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C3E28B-7111-4716-B500-9FCFB55594C0}">
  <we:reference id="420c02be-0763-420c-a2c0-9ee824ce2d5f" version="1.5.0.0" store="EXCatalog" storeType="EXCatalog"/>
  <we:alternateReferences>
    <we:reference id="WA200007063" version="1.5.0.0" store="en-GB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249da2-3a8f-45ef-b1b9-1dc6c8419276" xsi:nil="true"/>
    <lcf76f155ced4ddcb4097134ff3c332f xmlns="955397e3-1a64-431e-9b52-957294e223d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AA8DE6EA0D7449ADAD975039FC6D10" ma:contentTypeVersion="13" ma:contentTypeDescription="Een nieuw document maken." ma:contentTypeScope="" ma:versionID="bbb506b03058d05aa05f0e161ff517ee">
  <xsd:schema xmlns:xsd="http://www.w3.org/2001/XMLSchema" xmlns:xs="http://www.w3.org/2001/XMLSchema" xmlns:p="http://schemas.microsoft.com/office/2006/metadata/properties" xmlns:ns2="955397e3-1a64-431e-9b52-957294e223db" xmlns:ns3="81249da2-3a8f-45ef-b1b9-1dc6c8419276" targetNamespace="http://schemas.microsoft.com/office/2006/metadata/properties" ma:root="true" ma:fieldsID="c96b4d3064c4e3f8375dd1baf24ca80f" ns2:_="" ns3:_="">
    <xsd:import namespace="955397e3-1a64-431e-9b52-957294e223db"/>
    <xsd:import namespace="81249da2-3a8f-45ef-b1b9-1dc6c84192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5397e3-1a64-431e-9b52-957294e223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Afbeelding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49da2-3a8f-45ef-b1b9-1dc6c84192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b34ef070-0ca3-4c16-94cc-77465e69033c}" ma:internalName="TaxCatchAll" ma:showField="CatchAllData" ma:web="81249da2-3a8f-45ef-b1b9-1dc6c84192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B92E74-0DAA-4211-914A-CE18DD5C2D9B}">
  <ds:schemaRefs>
    <ds:schemaRef ds:uri="955397e3-1a64-431e-9b52-957294e223db"/>
    <ds:schemaRef ds:uri="http://www.w3.org/XML/1998/namespace"/>
    <ds:schemaRef ds:uri="http://schemas.microsoft.com/office/2006/metadata/properties"/>
    <ds:schemaRef ds:uri="http://purl.org/dc/terms/"/>
    <ds:schemaRef ds:uri="81249da2-3a8f-45ef-b1b9-1dc6c8419276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BE0ECCB-FCD5-49B6-B6FE-6A63AD76E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5397e3-1a64-431e-9b52-957294e223db"/>
    <ds:schemaRef ds:uri="81249da2-3a8f-45ef-b1b9-1dc6c84192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4122</TotalTime>
  <Words>198</Words>
  <Application>Microsoft Office PowerPoint</Application>
  <PresentationFormat>Widescreen</PresentationFormat>
  <Paragraphs>103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Century Gothic</vt:lpstr>
      <vt:lpstr>WIT</vt:lpstr>
      <vt:lpstr>ORANJE</vt:lpstr>
      <vt:lpstr>BLAUW</vt:lpstr>
      <vt:lpstr>Ontwikkeling van een virtuele leer- en testomgeving met EVE-NG Pro</vt:lpstr>
      <vt:lpstr>Inhoudstafel</vt:lpstr>
      <vt:lpstr>Probleemstelling</vt:lpstr>
      <vt:lpstr>Emulated Virtual Environment – Next Generation</vt:lpstr>
      <vt:lpstr>Beginsituatie</vt:lpstr>
      <vt:lpstr>Huidige situatie</vt:lpstr>
      <vt:lpstr>Systeemvereisten</vt:lpstr>
      <vt:lpstr>Doelstellingen</vt:lpstr>
      <vt:lpstr>Active Directory Integratie</vt:lpstr>
      <vt:lpstr>Labo’s</vt:lpstr>
      <vt:lpstr>Labo 1</vt:lpstr>
      <vt:lpstr>Labo 2</vt:lpstr>
      <vt:lpstr>Labo 3</vt:lpstr>
      <vt:lpstr>Automatisering</vt:lpstr>
      <vt:lpstr>Program Flow</vt:lpstr>
      <vt:lpstr>Aanmaken devices</vt:lpstr>
      <vt:lpstr>Verbinden op juiste poort</vt:lpstr>
      <vt:lpstr>Verbinden op juiste poort</vt:lpstr>
      <vt:lpstr>Opstarten</vt:lpstr>
      <vt:lpstr>Configuratie</vt:lpstr>
      <vt:lpstr>Configuratie</vt:lpstr>
      <vt:lpstr>Demo</vt:lpstr>
      <vt:lpstr>Besluit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Yente Lens</cp:lastModifiedBy>
  <cp:revision>2086</cp:revision>
  <cp:lastPrinted>2023-01-03T10:29:33Z</cp:lastPrinted>
  <dcterms:created xsi:type="dcterms:W3CDTF">2022-09-05T06:43:33Z</dcterms:created>
  <dcterms:modified xsi:type="dcterms:W3CDTF">2026-06-16T19:19:13Z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0x010100B3AA8DE6EA0D7449ADAD975039FC6D10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2023-09-12T20:21:30Z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8bbb5842-85cb-4eba-9ece-771c6f1d48d6</vt:lpwstr>
  </property>
  <property fmtid="{D5CDD505-2E9C-101B-9397-08002B2CF9AE}" pid="10" name="MSIP_Label_c337be75-dfbb-4261-9834-ac247c7dde13_ContentBits">
    <vt:lpwstr>0</vt:lpwstr>
  </property>
</Properties>
</file>