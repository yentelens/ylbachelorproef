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15"/>
  </p:notesMasterIdLst>
  <p:handoutMasterIdLst>
    <p:handoutMasterId r:id="rId16"/>
  </p:handoutMasterIdLst>
  <p:sldIdLst>
    <p:sldId id="560" r:id="rId7"/>
    <p:sldId id="564" r:id="rId8"/>
    <p:sldId id="549" r:id="rId9"/>
    <p:sldId id="562" r:id="rId10"/>
    <p:sldId id="563" r:id="rId11"/>
    <p:sldId id="565" r:id="rId12"/>
    <p:sldId id="566" r:id="rId13"/>
    <p:sldId id="567" r:id="rId1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1E4"/>
    <a:srgbClr val="000000"/>
    <a:srgbClr val="F04619"/>
    <a:srgbClr val="E8EBEE"/>
    <a:srgbClr val="F2F5F8"/>
    <a:srgbClr val="FA6432"/>
    <a:srgbClr val="000A1E"/>
    <a:srgbClr val="002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EDFBB-7822-47DA-BEEA-924FF1BAB88A}" v="1" dt="2023-09-12T20:28:50.448"/>
    <p1510:client id="{7CF64AE5-B364-44FB-A2B1-C30C2C57CB51}" v="1363" dt="2023-10-09T14:14:55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7" autoAdjust="0"/>
    <p:restoredTop sz="91359"/>
  </p:normalViewPr>
  <p:slideViewPr>
    <p:cSldViewPr snapToGrid="0">
      <p:cViewPr varScale="1">
        <p:scale>
          <a:sx n="82" d="100"/>
          <a:sy n="82" d="100"/>
        </p:scale>
        <p:origin x="102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03/20/2026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03/20/2026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1447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607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2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5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9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5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A81C2DF-9ED3-914A-1241-85BF79B31D13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3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11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E800A3B-895E-4C06-CF67-B521B2D781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4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20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6034-9F32-962C-3BED-71C54720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Inhoud</a:t>
            </a:r>
            <a:br>
              <a:rPr lang="nl-BE" dirty="0"/>
            </a:br>
            <a:r>
              <a:rPr lang="nl-BE" dirty="0"/>
              <a:t>van jouw </a:t>
            </a:r>
            <a:br>
              <a:rPr lang="nl-BE" dirty="0"/>
            </a:br>
            <a:r>
              <a:rPr lang="nl-BE" u="sng" dirty="0"/>
              <a:t>tussentijdse</a:t>
            </a:r>
            <a:r>
              <a:rPr lang="nl-BE" dirty="0"/>
              <a:t> </a:t>
            </a:r>
            <a:br>
              <a:rPr lang="nl-BE" dirty="0"/>
            </a:br>
            <a:r>
              <a:rPr lang="nl-BE" dirty="0"/>
              <a:t>presentatie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991FC-2F2C-0D37-ED43-F672CAB93916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5E78DA-C8F1-5A90-9FBE-8CA0A68BF7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nl-NL" dirty="0"/>
              <a:t>Jouw tussentijdse presentatie voor de </a:t>
            </a:r>
            <a:r>
              <a:rPr lang="nl-NL" dirty="0" err="1"/>
              <a:t>bachelorproef</a:t>
            </a:r>
            <a:r>
              <a:rPr lang="nl-NL" dirty="0"/>
              <a:t> omvat minstens: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Voorstelling bedrijf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Probleemstelling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Opdrachtomschrijving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Weergave van jouw kennisopbouw m.b.t. het probleem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Plan/methode van aanpak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Planning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Voortgang scriptie </a:t>
            </a:r>
            <a:r>
              <a:rPr lang="nl-NL" sz="1400" dirty="0"/>
              <a:t>(inhoudstabel – voortgang – literatuurlijst)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14974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69BF53-5A30-6C87-1110-1EED54642B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3C7DE8-566A-406E-AEFB-0755A75C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Interligo</a:t>
            </a:r>
            <a:r>
              <a:rPr lang="en-US" dirty="0"/>
              <a:t> </a:t>
            </a:r>
            <a:r>
              <a:rPr lang="en-US" dirty="0" err="1"/>
              <a:t>nv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A40D1-8BB6-985B-96D7-150172E4AF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2740544"/>
          </a:xfrm>
        </p:spPr>
        <p:txBody>
          <a:bodyPr/>
          <a:lstStyle/>
          <a:p>
            <a:r>
              <a:rPr lang="nl-NL" sz="2400" dirty="0"/>
              <a:t>Ontwikkeling van een Virtuele Leer- en Testomgeving met EVE-NG Pro</a:t>
            </a:r>
          </a:p>
          <a:p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r>
              <a:rPr lang="nl-NL" sz="2400" dirty="0"/>
              <a:t>Lens Yente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90601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F50E92-AC22-A85F-F85A-78668A41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Probleemstelling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65EB-AC20-0019-4AA7-EBF645B0A9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0836B0-04E0-E197-CF30-C050AB2518E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/>
              <a:t>Toetsen van sollicitanten op kennis en kunnen</a:t>
            </a:r>
          </a:p>
          <a:p>
            <a:pPr lvl="1"/>
            <a:r>
              <a:rPr lang="nl-BE"/>
              <a:t>Juniors een inzicht geven in real-life netwerk topologie</a:t>
            </a:r>
            <a:r>
              <a:rPr lang="en-GB"/>
              <a:t>ën</a:t>
            </a:r>
            <a:endParaRPr lang="nl-BE"/>
          </a:p>
          <a:p>
            <a:pPr lvl="0"/>
            <a:endParaRPr lang="nl-BE" dirty="0"/>
          </a:p>
        </p:txBody>
      </p:sp>
      <p:pic>
        <p:nvPicPr>
          <p:cNvPr id="1030" name="Picture 6" descr="Network Topology Guide with Examples &amp; Templates | EdrawMax">
            <a:extLst>
              <a:ext uri="{FF2B5EF4-FFF2-40B4-BE49-F238E27FC236}">
                <a16:creationId xmlns:a16="http://schemas.microsoft.com/office/drawing/2014/main" id="{90914F6A-9AEB-7546-D4C8-467CE5F6A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823" y="2550191"/>
            <a:ext cx="1759009" cy="1186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om a Hiring Manager's Perspective: What I Was Looking for in a Junior  Data Scientist Role">
            <a:extLst>
              <a:ext uri="{FF2B5EF4-FFF2-40B4-BE49-F238E27FC236}">
                <a16:creationId xmlns:a16="http://schemas.microsoft.com/office/drawing/2014/main" id="{94CAF9D4-693E-B7B2-777D-D0686F1B5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973" y="1420431"/>
            <a:ext cx="50292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etwork Topology Guide with Examples &amp; Templates | EdrawMax">
            <a:extLst>
              <a:ext uri="{FF2B5EF4-FFF2-40B4-BE49-F238E27FC236}">
                <a16:creationId xmlns:a16="http://schemas.microsoft.com/office/drawing/2014/main" id="{EEA6D76B-8A4D-6362-7ACA-F80BFC393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6" y="3143393"/>
            <a:ext cx="4055284" cy="273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068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A3A9E1-55F4-F06D-BA89-86D34458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Opdrachtomschrijving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50813-9EAA-E697-FD3A-C9472198360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75ED8-CA19-6855-AB9E-F94583516D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en-US" dirty="0"/>
              <a:t>EVE-NG Pro cluster op </a:t>
            </a:r>
            <a:r>
              <a:rPr lang="en-US" dirty="0" err="1"/>
              <a:t>virtuele</a:t>
            </a:r>
            <a:r>
              <a:rPr lang="en-US" dirty="0"/>
              <a:t> </a:t>
            </a:r>
            <a:r>
              <a:rPr lang="en-US" dirty="0" err="1"/>
              <a:t>omgeving</a:t>
            </a:r>
            <a:endParaRPr lang="en-US" dirty="0"/>
          </a:p>
          <a:p>
            <a:pPr lvl="1"/>
            <a:r>
              <a:rPr lang="en-US" dirty="0" err="1"/>
              <a:t>Schaalbaarheid</a:t>
            </a:r>
            <a:endParaRPr lang="en-US" dirty="0"/>
          </a:p>
          <a:p>
            <a:pPr lvl="1"/>
            <a:r>
              <a:rPr lang="en-US" dirty="0"/>
              <a:t>AD </a:t>
            </a:r>
            <a:r>
              <a:rPr lang="en-US" dirty="0" err="1"/>
              <a:t>integratie</a:t>
            </a:r>
            <a:endParaRPr lang="en-US" dirty="0"/>
          </a:p>
          <a:p>
            <a:pPr lvl="1"/>
            <a:r>
              <a:rPr lang="en-US" dirty="0" err="1"/>
              <a:t>Automatisatie</a:t>
            </a:r>
            <a:endParaRPr lang="en-US" dirty="0"/>
          </a:p>
          <a:p>
            <a:pPr lvl="1"/>
            <a:r>
              <a:rPr lang="en-US" dirty="0" err="1"/>
              <a:t>Oefenlabo’s</a:t>
            </a:r>
            <a:endParaRPr lang="en-US" dirty="0"/>
          </a:p>
          <a:p>
            <a:pPr lvl="1"/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E04E0A-4FC9-1E8F-EE31-66CE3E0BD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082" y="2004870"/>
            <a:ext cx="7120647" cy="284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9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A6F515-1A4B-6589-21AA-F0B07F6B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Kennisopbouw</a:t>
            </a:r>
            <a:r>
              <a:rPr lang="en-US" dirty="0"/>
              <a:t> m.b.t het </a:t>
            </a:r>
            <a:r>
              <a:rPr lang="en-US" dirty="0" err="1"/>
              <a:t>probleem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16225-3094-E1AC-5AC9-25D45CD3E4E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E9D90-5F6C-D0AE-B67A-06AC8CF2BF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en-US" dirty="0"/>
              <a:t>Wat is EVE-NG?</a:t>
            </a:r>
          </a:p>
          <a:p>
            <a:pPr lvl="1"/>
            <a:r>
              <a:rPr lang="en-US" dirty="0"/>
              <a:t>Hoe </a:t>
            </a:r>
            <a:r>
              <a:rPr lang="en-US" dirty="0" err="1"/>
              <a:t>werkt</a:t>
            </a:r>
            <a:r>
              <a:rPr lang="en-US" dirty="0"/>
              <a:t> EVE-NG?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Networking </a:t>
            </a:r>
            <a:r>
              <a:rPr lang="en-US" dirty="0" err="1"/>
              <a:t>kennis</a:t>
            </a:r>
            <a:endParaRPr lang="en-US" dirty="0"/>
          </a:p>
          <a:p>
            <a:pPr lvl="2"/>
            <a:r>
              <a:rPr lang="en-US" dirty="0"/>
              <a:t>STP</a:t>
            </a:r>
          </a:p>
          <a:p>
            <a:pPr lvl="2"/>
            <a:r>
              <a:rPr lang="en-US" dirty="0"/>
              <a:t>OSPF</a:t>
            </a:r>
          </a:p>
          <a:p>
            <a:pPr lvl="2"/>
            <a:r>
              <a:rPr lang="en-US" dirty="0"/>
              <a:t>IPv6</a:t>
            </a:r>
          </a:p>
          <a:p>
            <a:pPr lvl="2"/>
            <a:r>
              <a:rPr lang="en-US" dirty="0"/>
              <a:t>HSRP</a:t>
            </a:r>
          </a:p>
          <a:p>
            <a:pPr lvl="2"/>
            <a:endParaRPr lang="en-US" dirty="0"/>
          </a:p>
        </p:txBody>
      </p:sp>
      <p:pic>
        <p:nvPicPr>
          <p:cNvPr id="2050" name="Picture 2" descr="Jeremy's IT Lab - YouTube">
            <a:extLst>
              <a:ext uri="{FF2B5EF4-FFF2-40B4-BE49-F238E27FC236}">
                <a16:creationId xmlns:a16="http://schemas.microsoft.com/office/drawing/2014/main" id="{97073951-8EEB-17DE-2F2E-9CEEF7773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181" y="1680790"/>
            <a:ext cx="2306216" cy="230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048660-B1E7-5A51-0B5F-926E01C7F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36712" y="3027842"/>
            <a:ext cx="2802633" cy="407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72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323A97-A195-BD7C-8C90-51D608AC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van </a:t>
            </a:r>
            <a:r>
              <a:rPr lang="en-US" dirty="0" err="1"/>
              <a:t>aanpak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71299-F44A-0A5D-6585-D5F5F9AE7AC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BD5B5-EE64-DF1B-AB34-B2D073FE6C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en-US" dirty="0" err="1"/>
              <a:t>Opzetten</a:t>
            </a:r>
            <a:r>
              <a:rPr lang="en-US" dirty="0"/>
              <a:t> EVE Server</a:t>
            </a:r>
          </a:p>
          <a:p>
            <a:pPr lvl="1"/>
            <a:r>
              <a:rPr lang="en-US" dirty="0"/>
              <a:t>Maken van cluster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Eerste</a:t>
            </a:r>
            <a:r>
              <a:rPr lang="en-US" dirty="0"/>
              <a:t> </a:t>
            </a:r>
            <a:r>
              <a:rPr lang="en-US" dirty="0" err="1"/>
              <a:t>testlabo</a:t>
            </a:r>
            <a:r>
              <a:rPr lang="en-US" dirty="0"/>
              <a:t> + </a:t>
            </a:r>
            <a:r>
              <a:rPr lang="en-US" dirty="0" err="1"/>
              <a:t>automatisatie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3 </a:t>
            </a:r>
            <a:r>
              <a:rPr lang="en-US" dirty="0" err="1"/>
              <a:t>labo’s</a:t>
            </a:r>
            <a:r>
              <a:rPr lang="en-US" dirty="0"/>
              <a:t> + </a:t>
            </a:r>
            <a:r>
              <a:rPr lang="en-US" dirty="0" err="1"/>
              <a:t>verbetersleutel</a:t>
            </a:r>
            <a:endParaRPr lang="en-US" dirty="0"/>
          </a:p>
          <a:p>
            <a:pPr lvl="1"/>
            <a:r>
              <a:rPr lang="en-US" dirty="0" err="1"/>
              <a:t>Automatisering</a:t>
            </a:r>
            <a:endParaRPr lang="en-US" dirty="0"/>
          </a:p>
          <a:p>
            <a:pPr lvl="1"/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25D841-22A4-4D53-13D3-B0924C593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973" y="1150458"/>
            <a:ext cx="3719000" cy="455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0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3F2714E-912C-5757-B574-19397D44B1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DD697E-5203-C35E-1ADF-7A184653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B3B8D-A7DF-2A96-B66E-CAEA78FF256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E6278-3B40-8994-ED1B-181B152473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4611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0D99F93-B3AA-0C44-848F-644B95DAD9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6DAC75-36FE-B58C-1C59-D5C61923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Voortgang</a:t>
            </a:r>
            <a:r>
              <a:rPr lang="en-US" dirty="0"/>
              <a:t> </a:t>
            </a:r>
            <a:r>
              <a:rPr lang="en-US" dirty="0" err="1"/>
              <a:t>scriptie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AD626-7C37-331A-6325-D902CD907B3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E8475-F247-BB5A-CE6E-289ABAE758F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7208657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249da2-3a8f-45ef-b1b9-1dc6c8419276" xsi:nil="true"/>
    <lcf76f155ced4ddcb4097134ff3c332f xmlns="955397e3-1a64-431e-9b52-957294e223d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AA8DE6EA0D7449ADAD975039FC6D10" ma:contentTypeVersion="13" ma:contentTypeDescription="Een nieuw document maken." ma:contentTypeScope="" ma:versionID="bbb506b03058d05aa05f0e161ff517ee">
  <xsd:schema xmlns:xsd="http://www.w3.org/2001/XMLSchema" xmlns:xs="http://www.w3.org/2001/XMLSchema" xmlns:p="http://schemas.microsoft.com/office/2006/metadata/properties" xmlns:ns2="955397e3-1a64-431e-9b52-957294e223db" xmlns:ns3="81249da2-3a8f-45ef-b1b9-1dc6c8419276" targetNamespace="http://schemas.microsoft.com/office/2006/metadata/properties" ma:root="true" ma:fieldsID="c96b4d3064c4e3f8375dd1baf24ca80f" ns2:_="" ns3:_="">
    <xsd:import namespace="955397e3-1a64-431e-9b52-957294e223db"/>
    <xsd:import namespace="81249da2-3a8f-45ef-b1b9-1dc6c84192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5397e3-1a64-431e-9b52-957294e223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Afbeelding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249da2-3a8f-45ef-b1b9-1dc6c841927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b34ef070-0ca3-4c16-94cc-77465e69033c}" ma:internalName="TaxCatchAll" ma:showField="CatchAllData" ma:web="81249da2-3a8f-45ef-b1b9-1dc6c84192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B92E74-0DAA-4211-914A-CE18DD5C2D9B}">
  <ds:schemaRefs>
    <ds:schemaRef ds:uri="http://schemas.microsoft.com/office/2006/metadata/properties"/>
    <ds:schemaRef ds:uri="http://schemas.microsoft.com/office/infopath/2007/PartnerControls"/>
    <ds:schemaRef ds:uri="254ef4c1-7c04-4bd8-aace-2dac36451d1b"/>
    <ds:schemaRef ds:uri="1946ab53-a53d-4984-8df3-e4b9666a144b"/>
    <ds:schemaRef ds:uri="81249da2-3a8f-45ef-b1b9-1dc6c8419276"/>
    <ds:schemaRef ds:uri="955397e3-1a64-431e-9b52-957294e223db"/>
  </ds:schemaRefs>
</ds:datastoreItem>
</file>

<file path=customXml/itemProps2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E0ECCB-FCD5-49B6-B6FE-6A63AD76E7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5397e3-1a64-431e-9b52-957294e223db"/>
    <ds:schemaRef ds:uri="81249da2-3a8f-45ef-b1b9-1dc6c84192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3393</TotalTime>
  <Words>143</Words>
  <Application>Microsoft Office PowerPoint</Application>
  <PresentationFormat>Widescreen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WIT</vt:lpstr>
      <vt:lpstr>ORANJE</vt:lpstr>
      <vt:lpstr>BLAUW</vt:lpstr>
      <vt:lpstr>Inhoud van jouw  tussentijdse  presentatie</vt:lpstr>
      <vt:lpstr>Interligo nv</vt:lpstr>
      <vt:lpstr>Probleemstelling</vt:lpstr>
      <vt:lpstr>Opdrachtomschrijving</vt:lpstr>
      <vt:lpstr>Kennisopbouw m.b.t het probleem</vt:lpstr>
      <vt:lpstr>Plan van aanpak</vt:lpstr>
      <vt:lpstr>Planning</vt:lpstr>
      <vt:lpstr>Voortgang scriptie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Yente Lens</cp:lastModifiedBy>
  <cp:revision>2065</cp:revision>
  <cp:lastPrinted>2023-01-03T10:29:33Z</cp:lastPrinted>
  <dcterms:created xsi:type="dcterms:W3CDTF">2022-09-05T06:43:33Z</dcterms:created>
  <dcterms:modified xsi:type="dcterms:W3CDTF">2026-03-20T09:39:22Z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0x010100B3AA8DE6EA0D7449ADAD975039FC6D10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2023-09-12T20:21:30Z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8bbb5842-85cb-4eba-9ece-771c6f1d48d6</vt:lpwstr>
  </property>
  <property fmtid="{D5CDD505-2E9C-101B-9397-08002B2CF9AE}" pid="10" name="MSIP_Label_c337be75-dfbb-4261-9834-ac247c7dde13_ContentBits">
    <vt:lpwstr>0</vt:lpwstr>
  </property>
</Properties>
</file>