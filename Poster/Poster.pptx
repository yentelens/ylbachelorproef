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66" r:id="rId4"/>
  </p:sldMasterIdLst>
  <p:sldIdLst>
    <p:sldId id="259" r:id="rId5"/>
  </p:sldIdLst>
  <p:sldSz cx="14224000" cy="20104100"/>
  <p:notesSz cx="14224000" cy="201041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6E37251-2470-499F-84EC-10A2249EA8EA}" v="1" dt="2025-05-08T09:50:04.861"/>
    <p1510:client id="{4E584840-EEC5-0E9F-3211-967E0C1FE0B4}" v="5" dt="2025-05-08T09:45:48.896"/>
    <p1510:client id="{AE70C358-8DD7-7E5D-4F77-1A8327C75F51}" v="5" dt="2025-05-08T09:42:31.395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3333" autoAdjust="0"/>
  </p:normalViewPr>
  <p:slideViewPr>
    <p:cSldViewPr>
      <p:cViewPr>
        <p:scale>
          <a:sx n="75" d="100"/>
          <a:sy n="75" d="100"/>
        </p:scale>
        <p:origin x="466" y="-1008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viewProps" Target="view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presProps" Target="presProps.xml"/><Relationship Id="rId5" Type="http://schemas.openxmlformats.org/officeDocument/2006/relationships/slide" Target="slides/slide1.xml"/><Relationship Id="rId10" Type="http://schemas.microsoft.com/office/2015/10/relationships/revisionInfo" Target="revisionInfo.xml"/><Relationship Id="rId4" Type="http://schemas.openxmlformats.org/officeDocument/2006/relationships/slideMaster" Target="slideMasters/slideMaster1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di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/>
          <p:cNvSpPr>
            <a:spLocks noGrp="1"/>
          </p:cNvSpPr>
          <p:nvPr>
            <p:ph type="body" sz="quarter" idx="13" hasCustomPrompt="1"/>
          </p:nvPr>
        </p:nvSpPr>
        <p:spPr>
          <a:xfrm>
            <a:off x="0" y="2197861"/>
            <a:ext cx="14224000" cy="2451460"/>
          </a:xfrm>
        </p:spPr>
        <p:txBody>
          <a:bodyPr wrap="square" lIns="1440000" tIns="360000" rIns="1440000" bIns="648000" anchor="ctr" anchorCtr="0">
            <a:norm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None/>
              <a:defRPr sz="4132" b="1" cap="none" baseline="0">
                <a:solidFill>
                  <a:srgbClr val="FA6432"/>
                </a:solidFill>
                <a:latin typeface="Arial" pitchFamily="34" charset="0"/>
                <a:cs typeface="Arial" pitchFamily="34" charset="0"/>
              </a:defRPr>
            </a:lvl1pPr>
            <a:lvl2pPr marL="0" indent="0" algn="l">
              <a:lnSpc>
                <a:spcPct val="90000"/>
              </a:lnSpc>
              <a:spcBef>
                <a:spcPts val="845"/>
              </a:spcBef>
              <a:buFontTx/>
              <a:buNone/>
              <a:defRPr sz="2254" b="1">
                <a:latin typeface="Arial" pitchFamily="34" charset="0"/>
                <a:cs typeface="Arial" pitchFamily="34" charset="0"/>
              </a:defRPr>
            </a:lvl2pPr>
            <a:lvl3pPr marL="0" indent="0" algn="l">
              <a:spcBef>
                <a:spcPts val="1127"/>
              </a:spcBef>
              <a:buFontTx/>
              <a:buNone/>
              <a:defRPr sz="1691" b="0" i="1">
                <a:solidFill>
                  <a:schemeClr val="tx1">
                    <a:lumMod val="50000"/>
                    <a:lumOff val="50000"/>
                  </a:schemeClr>
                </a:solidFill>
                <a:latin typeface="Arial" pitchFamily="34" charset="0"/>
                <a:cs typeface="Arial" pitchFamily="34" charset="0"/>
              </a:defRPr>
            </a:lvl3pPr>
            <a:lvl4pPr marL="0" indent="0">
              <a:defRPr sz="5635" b="0">
                <a:latin typeface="Arial" pitchFamily="34" charset="0"/>
                <a:cs typeface="Arial" pitchFamily="34" charset="0"/>
              </a:defRPr>
            </a:lvl4pPr>
            <a:lvl5pPr marL="0" indent="0">
              <a:defRPr sz="5635" b="0">
                <a:latin typeface="Arial" pitchFamily="34" charset="0"/>
                <a:cs typeface="Arial" pitchFamily="34" charset="0"/>
              </a:defRPr>
            </a:lvl5pPr>
          </a:lstStyle>
          <a:p>
            <a:pPr lvl="0"/>
            <a:r>
              <a:rPr lang="en-US" dirty="0" err="1"/>
              <a:t>Titel</a:t>
            </a:r>
            <a:endParaRPr lang="en-US" dirty="0"/>
          </a:p>
          <a:p>
            <a:pPr lvl="1"/>
            <a:r>
              <a:rPr lang="en-US" dirty="0" err="1"/>
              <a:t>Ondertitel</a:t>
            </a:r>
            <a:endParaRPr lang="en-US" dirty="0"/>
          </a:p>
        </p:txBody>
      </p:sp>
      <p:sp>
        <p:nvSpPr>
          <p:cNvPr id="53" name="Tijdelijke aanduiding voor tekst 52"/>
          <p:cNvSpPr>
            <a:spLocks noGrp="1"/>
          </p:cNvSpPr>
          <p:nvPr>
            <p:ph type="body" sz="quarter" idx="60" hasCustomPrompt="1"/>
          </p:nvPr>
        </p:nvSpPr>
        <p:spPr>
          <a:xfrm>
            <a:off x="4880536" y="752374"/>
            <a:ext cx="9301038" cy="980693"/>
          </a:xfrm>
        </p:spPr>
        <p:txBody>
          <a:bodyPr lIns="0" tIns="0" rIns="1440000" bIns="0" anchor="b" anchorCtr="0">
            <a:norm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FontTx/>
              <a:buNone/>
              <a:defRPr sz="1972" cap="none" baseline="0">
                <a:solidFill>
                  <a:schemeClr val="bg1"/>
                </a:solidFill>
                <a:latin typeface="Arial" pitchFamily="34" charset="0"/>
                <a:cs typeface="Arial" pitchFamily="34" charset="0"/>
              </a:defRPr>
            </a:lvl1pPr>
          </a:lstStyle>
          <a:p>
            <a:pPr lvl="0"/>
            <a:r>
              <a:rPr lang="nl-NL" dirty="0"/>
              <a:t>[Namen onderzoekers]</a:t>
            </a:r>
          </a:p>
        </p:txBody>
      </p:sp>
      <p:sp>
        <p:nvSpPr>
          <p:cNvPr id="17" name="Tijdelijke aanduiding voor tekst 52"/>
          <p:cNvSpPr>
            <a:spLocks noGrp="1"/>
          </p:cNvSpPr>
          <p:nvPr>
            <p:ph type="body" sz="quarter" idx="65" hasCustomPrompt="1"/>
          </p:nvPr>
        </p:nvSpPr>
        <p:spPr>
          <a:xfrm>
            <a:off x="2140465" y="18743020"/>
            <a:ext cx="6662820" cy="1361080"/>
          </a:xfrm>
        </p:spPr>
        <p:txBody>
          <a:bodyPr lIns="0" tIns="360000" rIns="0" bIns="360000" anchor="ctr" anchorCtr="0">
            <a:norm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FontTx/>
              <a:buNone/>
              <a:defRPr sz="1503" b="0" cap="none" baseline="0">
                <a:solidFill>
                  <a:schemeClr val="bg1"/>
                </a:solidFill>
                <a:latin typeface="Arial" pitchFamily="34" charset="0"/>
                <a:cs typeface="Arial" pitchFamily="34" charset="0"/>
              </a:defRPr>
            </a:lvl1pPr>
          </a:lstStyle>
          <a:p>
            <a:pPr lvl="0"/>
            <a:r>
              <a:rPr lang="nl-NL" dirty="0"/>
              <a:t>[Contactgegevens]</a:t>
            </a:r>
          </a:p>
        </p:txBody>
      </p:sp>
      <p:sp>
        <p:nvSpPr>
          <p:cNvPr id="24" name="Tijdelijke aanduiding voor afbeelding 23"/>
          <p:cNvSpPr>
            <a:spLocks noGrp="1"/>
          </p:cNvSpPr>
          <p:nvPr>
            <p:ph type="pic" sz="quarter" idx="66"/>
          </p:nvPr>
        </p:nvSpPr>
        <p:spPr>
          <a:xfrm>
            <a:off x="676439" y="18168262"/>
            <a:ext cx="1183768" cy="1183464"/>
          </a:xfrm>
        </p:spPr>
        <p:txBody>
          <a:bodyPr>
            <a:normAutofit/>
          </a:bodyPr>
          <a:lstStyle>
            <a:lvl1pPr algn="l">
              <a:defRPr sz="564">
                <a:latin typeface="Arial" pitchFamily="34" charset="0"/>
                <a:cs typeface="Arial" pitchFamily="34" charset="0"/>
              </a:defRPr>
            </a:lvl1pPr>
          </a:lstStyle>
          <a:p>
            <a:r>
              <a:rPr lang="nl-NL"/>
              <a:t>Klik op het pictogram als u een afbeelding wilt toevoegen</a:t>
            </a:r>
            <a:endParaRPr lang="nl-BE" dirty="0"/>
          </a:p>
        </p:txBody>
      </p:sp>
      <p:sp>
        <p:nvSpPr>
          <p:cNvPr id="26" name="Tijdelijke aanduiding voor tekst 25"/>
          <p:cNvSpPr>
            <a:spLocks noGrp="1"/>
          </p:cNvSpPr>
          <p:nvPr>
            <p:ph type="body" sz="quarter" idx="67"/>
          </p:nvPr>
        </p:nvSpPr>
        <p:spPr>
          <a:xfrm>
            <a:off x="676439" y="7479490"/>
            <a:ext cx="6172507" cy="2046257"/>
          </a:xfrm>
          <a:ln w="19050">
            <a:solidFill>
              <a:srgbClr val="00283C"/>
            </a:solidFill>
          </a:ln>
        </p:spPr>
        <p:txBody>
          <a:bodyPr lIns="360000" tIns="288000" rIns="360000" bIns="288000">
            <a:spAutoFit/>
          </a:bodyPr>
          <a:lstStyle>
            <a:lvl1pPr>
              <a:spcBef>
                <a:spcPts val="0"/>
              </a:spcBef>
              <a:spcAft>
                <a:spcPts val="564"/>
              </a:spcAft>
              <a:buFont typeface="Arial" pitchFamily="34" charset="0"/>
              <a:buNone/>
              <a:defRPr sz="1503" b="1" cap="all" baseline="0">
                <a:solidFill>
                  <a:srgbClr val="FA6432"/>
                </a:solidFill>
                <a:latin typeface="Arial" pitchFamily="34" charset="0"/>
                <a:cs typeface="Arial" pitchFamily="34" charset="0"/>
              </a:defRPr>
            </a:lvl1pPr>
            <a:lvl2pPr marL="0" indent="-202867">
              <a:spcBef>
                <a:spcPts val="0"/>
              </a:spcBef>
              <a:buFont typeface="Arial" pitchFamily="34" charset="0"/>
              <a:buNone/>
              <a:defRPr lang="nl-NL" sz="1503" kern="1200" dirty="0" smtClean="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>
              <a:spcBef>
                <a:spcPts val="0"/>
              </a:spcBef>
              <a:defRPr sz="1503">
                <a:latin typeface="Arial" pitchFamily="34" charset="0"/>
                <a:cs typeface="Arial" pitchFamily="34" charset="0"/>
              </a:defRPr>
            </a:lvl3pPr>
            <a:lvl4pPr marL="405734" indent="-202867">
              <a:spcBef>
                <a:spcPts val="0"/>
              </a:spcBef>
              <a:defRPr sz="1503">
                <a:latin typeface="Arial" pitchFamily="34" charset="0"/>
                <a:cs typeface="Arial" pitchFamily="34" charset="0"/>
              </a:defRPr>
            </a:lvl4pPr>
            <a:lvl5pPr marL="608602" indent="-202867">
              <a:spcBef>
                <a:spcPts val="0"/>
              </a:spcBef>
              <a:defRPr sz="1503">
                <a:latin typeface="Arial" pitchFamily="34" charset="0"/>
                <a:cs typeface="Arial" pitchFamily="34" charset="0"/>
              </a:defRPr>
            </a:lvl5pPr>
          </a:lstStyle>
          <a:p>
            <a:pPr lvl="0"/>
            <a:r>
              <a:rPr lang="nl-NL" dirty="0"/>
              <a:t>Klikken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  <a:endParaRPr lang="nl-BE" dirty="0"/>
          </a:p>
        </p:txBody>
      </p:sp>
      <p:sp>
        <p:nvSpPr>
          <p:cNvPr id="48" name="Text Placeholder 18"/>
          <p:cNvSpPr>
            <a:spLocks noGrp="1"/>
          </p:cNvSpPr>
          <p:nvPr>
            <p:ph type="body" sz="quarter" idx="56"/>
          </p:nvPr>
        </p:nvSpPr>
        <p:spPr>
          <a:xfrm>
            <a:off x="676439" y="7143788"/>
            <a:ext cx="6172507" cy="338132"/>
          </a:xfrm>
          <a:prstGeom prst="round2SameRect">
            <a:avLst/>
          </a:prstGeom>
          <a:solidFill>
            <a:srgbClr val="00283C"/>
          </a:solidFill>
          <a:ln w="19050">
            <a:solidFill>
              <a:srgbClr val="00283C"/>
            </a:solidFill>
          </a:ln>
        </p:spPr>
        <p:txBody>
          <a:bodyPr lIns="360000" tIns="0" rIns="36000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503" b="1" cap="all" baseline="0">
                <a:solidFill>
                  <a:schemeClr val="bg1"/>
                </a:solidFill>
                <a:latin typeface="Arial" pitchFamily="34" charset="0"/>
                <a:cs typeface="Arial" pitchFamily="34" charset="0"/>
              </a:defRPr>
            </a:lvl1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29" name="Tijdelijke aanduiding voor tekst 25"/>
          <p:cNvSpPr>
            <a:spLocks noGrp="1"/>
          </p:cNvSpPr>
          <p:nvPr>
            <p:ph type="body" sz="quarter" idx="68"/>
          </p:nvPr>
        </p:nvSpPr>
        <p:spPr>
          <a:xfrm>
            <a:off x="7373187" y="7479490"/>
            <a:ext cx="6172507" cy="2046257"/>
          </a:xfrm>
          <a:ln w="19050">
            <a:solidFill>
              <a:srgbClr val="00283C"/>
            </a:solidFill>
          </a:ln>
        </p:spPr>
        <p:txBody>
          <a:bodyPr lIns="360000" tIns="288000" rIns="360000" bIns="288000">
            <a:spAutoFit/>
          </a:bodyPr>
          <a:lstStyle>
            <a:lvl1pPr>
              <a:spcBef>
                <a:spcPts val="0"/>
              </a:spcBef>
              <a:spcAft>
                <a:spcPts val="564"/>
              </a:spcAft>
              <a:buFont typeface="Arial" pitchFamily="34" charset="0"/>
              <a:buNone/>
              <a:defRPr sz="1503" b="1" cap="all" baseline="0">
                <a:solidFill>
                  <a:srgbClr val="FA6432"/>
                </a:solidFill>
                <a:latin typeface="Arial" pitchFamily="34" charset="0"/>
                <a:cs typeface="Arial" pitchFamily="34" charset="0"/>
              </a:defRPr>
            </a:lvl1pPr>
            <a:lvl2pPr marL="0" indent="-202867">
              <a:spcBef>
                <a:spcPts val="0"/>
              </a:spcBef>
              <a:buFont typeface="Arial" pitchFamily="34" charset="0"/>
              <a:buNone/>
              <a:defRPr lang="nl-NL" sz="1503" kern="1200" dirty="0" smtClean="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>
              <a:spcBef>
                <a:spcPts val="0"/>
              </a:spcBef>
              <a:defRPr sz="1503">
                <a:latin typeface="Arial" pitchFamily="34" charset="0"/>
                <a:cs typeface="Arial" pitchFamily="34" charset="0"/>
              </a:defRPr>
            </a:lvl3pPr>
            <a:lvl4pPr marL="405734" indent="-202867">
              <a:spcBef>
                <a:spcPts val="0"/>
              </a:spcBef>
              <a:defRPr sz="1503">
                <a:latin typeface="Arial" pitchFamily="34" charset="0"/>
                <a:cs typeface="Arial" pitchFamily="34" charset="0"/>
              </a:defRPr>
            </a:lvl4pPr>
            <a:lvl5pPr marL="608602" indent="-202867">
              <a:spcBef>
                <a:spcPts val="0"/>
              </a:spcBef>
              <a:defRPr sz="1503">
                <a:latin typeface="Arial" pitchFamily="34" charset="0"/>
                <a:cs typeface="Arial" pitchFamily="34" charset="0"/>
              </a:defRPr>
            </a:lvl5pPr>
          </a:lstStyle>
          <a:p>
            <a:pPr lvl="0"/>
            <a:r>
              <a:rPr lang="nl-NL" dirty="0"/>
              <a:t>Klikken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  <a:endParaRPr lang="nl-BE" dirty="0"/>
          </a:p>
        </p:txBody>
      </p:sp>
      <p:sp>
        <p:nvSpPr>
          <p:cNvPr id="50" name="Text Placeholder 18"/>
          <p:cNvSpPr>
            <a:spLocks noGrp="1"/>
          </p:cNvSpPr>
          <p:nvPr>
            <p:ph type="body" sz="quarter" idx="58"/>
          </p:nvPr>
        </p:nvSpPr>
        <p:spPr>
          <a:xfrm>
            <a:off x="7373187" y="7143788"/>
            <a:ext cx="6172507" cy="338132"/>
          </a:xfrm>
          <a:prstGeom prst="round2SameRect">
            <a:avLst/>
          </a:prstGeom>
          <a:solidFill>
            <a:srgbClr val="00283C"/>
          </a:solidFill>
          <a:ln w="19050">
            <a:solidFill>
              <a:srgbClr val="00283C"/>
            </a:solidFill>
          </a:ln>
        </p:spPr>
        <p:txBody>
          <a:bodyPr lIns="360000" tIns="0" rIns="36000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503" b="1" cap="all" baseline="0">
                <a:solidFill>
                  <a:schemeClr val="bg1"/>
                </a:solidFill>
                <a:latin typeface="Arial" pitchFamily="34" charset="0"/>
                <a:cs typeface="Arial" pitchFamily="34" charset="0"/>
              </a:defRPr>
            </a:lvl1pPr>
          </a:lstStyle>
          <a:p>
            <a:pPr lvl="0"/>
            <a:r>
              <a:rPr lang="nl-NL" dirty="0"/>
              <a:t>Klikken om de tekststijl van het model te bewerken</a:t>
            </a:r>
          </a:p>
        </p:txBody>
      </p:sp>
      <p:sp>
        <p:nvSpPr>
          <p:cNvPr id="30" name="Tijdelijke aanduiding voor tekst 25"/>
          <p:cNvSpPr>
            <a:spLocks noGrp="1"/>
          </p:cNvSpPr>
          <p:nvPr>
            <p:ph type="body" sz="quarter" idx="69"/>
          </p:nvPr>
        </p:nvSpPr>
        <p:spPr>
          <a:xfrm>
            <a:off x="676439" y="5012814"/>
            <a:ext cx="12869254" cy="1814976"/>
          </a:xfrm>
          <a:ln w="19050">
            <a:solidFill>
              <a:srgbClr val="00283C"/>
            </a:solidFill>
          </a:ln>
        </p:spPr>
        <p:txBody>
          <a:bodyPr lIns="360000" tIns="288000" rIns="360000" bIns="288000">
            <a:spAutoFit/>
          </a:bodyPr>
          <a:lstStyle>
            <a:lvl1pPr marL="0" indent="0">
              <a:spcBef>
                <a:spcPts val="0"/>
              </a:spcBef>
              <a:spcAft>
                <a:spcPts val="564"/>
              </a:spcAft>
              <a:buFont typeface="Arial" pitchFamily="34" charset="0"/>
              <a:buNone/>
              <a:tabLst>
                <a:tab pos="202867" algn="l"/>
              </a:tabLst>
              <a:defRPr sz="1503" b="1" cap="all" baseline="0">
                <a:solidFill>
                  <a:srgbClr val="FA6432"/>
                </a:solidFill>
                <a:latin typeface="Arial" pitchFamily="34" charset="0"/>
                <a:cs typeface="Arial" pitchFamily="34" charset="0"/>
              </a:defRPr>
            </a:lvl1pPr>
            <a:lvl2pPr marL="0" indent="-202867" defTabSz="202867">
              <a:spcBef>
                <a:spcPts val="0"/>
              </a:spcBef>
              <a:buFont typeface="Arial" pitchFamily="34" charset="0"/>
              <a:buNone/>
              <a:tabLst>
                <a:tab pos="202867" algn="l"/>
              </a:tabLst>
              <a:defRPr lang="nl-NL" sz="1503" kern="1200" dirty="0" smtClean="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>
              <a:spcBef>
                <a:spcPts val="0"/>
              </a:spcBef>
              <a:defRPr sz="1503">
                <a:latin typeface="Arial" pitchFamily="34" charset="0"/>
                <a:cs typeface="Arial" pitchFamily="34" charset="0"/>
              </a:defRPr>
            </a:lvl3pPr>
            <a:lvl4pPr marL="405734" indent="-202867">
              <a:spcBef>
                <a:spcPts val="0"/>
              </a:spcBef>
              <a:tabLst>
                <a:tab pos="202867" algn="l"/>
              </a:tabLst>
              <a:defRPr sz="1503">
                <a:latin typeface="Arial" pitchFamily="34" charset="0"/>
                <a:cs typeface="Arial" pitchFamily="34" charset="0"/>
              </a:defRPr>
            </a:lvl4pPr>
            <a:lvl5pPr marL="608602" indent="-202867">
              <a:spcBef>
                <a:spcPts val="0"/>
              </a:spcBef>
              <a:tabLst>
                <a:tab pos="202867" algn="l"/>
              </a:tabLst>
              <a:defRPr sz="1503">
                <a:latin typeface="Arial" pitchFamily="34" charset="0"/>
                <a:cs typeface="Arial" pitchFamily="34" charset="0"/>
              </a:defRPr>
            </a:lvl5pPr>
          </a:lstStyle>
          <a:p>
            <a:pPr lvl="0"/>
            <a:r>
              <a:rPr lang="nl-NL" dirty="0"/>
              <a:t>Klikken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  <a:endParaRPr lang="nl-BE" dirty="0"/>
          </a:p>
        </p:txBody>
      </p:sp>
      <p:sp>
        <p:nvSpPr>
          <p:cNvPr id="27" name="Text Placeholder 18"/>
          <p:cNvSpPr>
            <a:spLocks noGrp="1"/>
          </p:cNvSpPr>
          <p:nvPr>
            <p:ph type="body" sz="quarter" idx="20"/>
          </p:nvPr>
        </p:nvSpPr>
        <p:spPr>
          <a:xfrm>
            <a:off x="676439" y="4675146"/>
            <a:ext cx="12869254" cy="338132"/>
          </a:xfrm>
          <a:prstGeom prst="round2SameRect">
            <a:avLst/>
          </a:prstGeom>
          <a:solidFill>
            <a:srgbClr val="00283C"/>
          </a:solidFill>
          <a:ln w="19050">
            <a:solidFill>
              <a:srgbClr val="00283C"/>
            </a:solidFill>
          </a:ln>
        </p:spPr>
        <p:txBody>
          <a:bodyPr lIns="360000" tIns="0" rIns="36000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503" b="1" cap="all" baseline="0">
                <a:solidFill>
                  <a:schemeClr val="bg1"/>
                </a:solidFill>
                <a:latin typeface="Arial" pitchFamily="34" charset="0"/>
                <a:cs typeface="Arial" pitchFamily="34" charset="0"/>
              </a:defRPr>
            </a:lvl1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31" name="Tijdelijke aanduiding voor tekst 25"/>
          <p:cNvSpPr>
            <a:spLocks noGrp="1"/>
          </p:cNvSpPr>
          <p:nvPr>
            <p:ph type="body" sz="quarter" idx="70"/>
          </p:nvPr>
        </p:nvSpPr>
        <p:spPr>
          <a:xfrm>
            <a:off x="676439" y="9985052"/>
            <a:ext cx="12869254" cy="1814976"/>
          </a:xfrm>
          <a:ln w="19050">
            <a:solidFill>
              <a:srgbClr val="00283C"/>
            </a:solidFill>
          </a:ln>
        </p:spPr>
        <p:txBody>
          <a:bodyPr lIns="360000" tIns="288000" rIns="360000" bIns="288000">
            <a:spAutoFit/>
          </a:bodyPr>
          <a:lstStyle>
            <a:lvl1pPr>
              <a:spcBef>
                <a:spcPts val="0"/>
              </a:spcBef>
              <a:spcAft>
                <a:spcPts val="564"/>
              </a:spcAft>
              <a:buFont typeface="Arial" pitchFamily="34" charset="0"/>
              <a:buNone/>
              <a:defRPr sz="1503" b="1" cap="all" baseline="0">
                <a:solidFill>
                  <a:srgbClr val="FA6432"/>
                </a:solidFill>
                <a:latin typeface="Arial" pitchFamily="34" charset="0"/>
                <a:cs typeface="Arial" pitchFamily="34" charset="0"/>
              </a:defRPr>
            </a:lvl1pPr>
            <a:lvl2pPr marL="0" indent="-202867">
              <a:spcBef>
                <a:spcPts val="0"/>
              </a:spcBef>
              <a:buFont typeface="Arial" pitchFamily="34" charset="0"/>
              <a:buNone/>
              <a:defRPr lang="nl-NL" sz="1503" kern="1200" dirty="0" smtClean="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>
              <a:spcBef>
                <a:spcPts val="0"/>
              </a:spcBef>
              <a:defRPr sz="1503">
                <a:latin typeface="Arial" pitchFamily="34" charset="0"/>
                <a:cs typeface="Arial" pitchFamily="34" charset="0"/>
              </a:defRPr>
            </a:lvl3pPr>
            <a:lvl4pPr marL="405734" indent="-202867">
              <a:spcBef>
                <a:spcPts val="0"/>
              </a:spcBef>
              <a:defRPr sz="1503">
                <a:latin typeface="Arial" pitchFamily="34" charset="0"/>
                <a:cs typeface="Arial" pitchFamily="34" charset="0"/>
              </a:defRPr>
            </a:lvl4pPr>
            <a:lvl5pPr marL="608602" indent="-202867">
              <a:spcBef>
                <a:spcPts val="0"/>
              </a:spcBef>
              <a:defRPr sz="1503">
                <a:latin typeface="Arial" pitchFamily="34" charset="0"/>
                <a:cs typeface="Arial" pitchFamily="34" charset="0"/>
              </a:defRPr>
            </a:lvl5pPr>
          </a:lstStyle>
          <a:p>
            <a:pPr lvl="0"/>
            <a:r>
              <a:rPr lang="nl-NL" dirty="0"/>
              <a:t>Klikken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  <a:endParaRPr lang="nl-BE" dirty="0"/>
          </a:p>
        </p:txBody>
      </p:sp>
      <p:sp>
        <p:nvSpPr>
          <p:cNvPr id="54" name="Text Placeholder 18"/>
          <p:cNvSpPr>
            <a:spLocks noGrp="1"/>
          </p:cNvSpPr>
          <p:nvPr>
            <p:ph type="body" sz="quarter" idx="61"/>
          </p:nvPr>
        </p:nvSpPr>
        <p:spPr>
          <a:xfrm>
            <a:off x="676439" y="9646246"/>
            <a:ext cx="12869254" cy="338132"/>
          </a:xfrm>
          <a:prstGeom prst="round2SameRect">
            <a:avLst/>
          </a:prstGeom>
          <a:solidFill>
            <a:srgbClr val="00283C"/>
          </a:solidFill>
          <a:ln w="19050">
            <a:solidFill>
              <a:srgbClr val="00283C"/>
            </a:solidFill>
          </a:ln>
        </p:spPr>
        <p:txBody>
          <a:bodyPr lIns="360000" tIns="0" rIns="36000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503" b="1" cap="all" baseline="0">
                <a:solidFill>
                  <a:schemeClr val="bg1"/>
                </a:solidFill>
                <a:latin typeface="Arial" pitchFamily="34" charset="0"/>
                <a:cs typeface="Arial" pitchFamily="34" charset="0"/>
              </a:defRPr>
            </a:lvl1pPr>
          </a:lstStyle>
          <a:p>
            <a:pPr lvl="0"/>
            <a:r>
              <a:rPr lang="nl-NL" dirty="0"/>
              <a:t>Klikken om de tekststijl van het model te bewerken</a:t>
            </a:r>
          </a:p>
        </p:txBody>
      </p:sp>
      <p:sp>
        <p:nvSpPr>
          <p:cNvPr id="32" name="Tijdelijke aanduiding voor tekst 25"/>
          <p:cNvSpPr>
            <a:spLocks noGrp="1"/>
          </p:cNvSpPr>
          <p:nvPr>
            <p:ph type="body" sz="quarter" idx="71"/>
          </p:nvPr>
        </p:nvSpPr>
        <p:spPr>
          <a:xfrm>
            <a:off x="676439" y="12365504"/>
            <a:ext cx="12869254" cy="1814976"/>
          </a:xfrm>
          <a:ln w="19050">
            <a:solidFill>
              <a:srgbClr val="FA6432"/>
            </a:solidFill>
          </a:ln>
        </p:spPr>
        <p:txBody>
          <a:bodyPr lIns="360000" tIns="288000" rIns="360000" bIns="288000">
            <a:spAutoFit/>
          </a:bodyPr>
          <a:lstStyle>
            <a:lvl1pPr>
              <a:spcBef>
                <a:spcPts val="0"/>
              </a:spcBef>
              <a:spcAft>
                <a:spcPts val="564"/>
              </a:spcAft>
              <a:buFont typeface="Arial" pitchFamily="34" charset="0"/>
              <a:buNone/>
              <a:defRPr sz="1503" b="1" cap="all" baseline="0">
                <a:solidFill>
                  <a:srgbClr val="FA6432"/>
                </a:solidFill>
                <a:latin typeface="Arial" pitchFamily="34" charset="0"/>
                <a:cs typeface="Arial" pitchFamily="34" charset="0"/>
              </a:defRPr>
            </a:lvl1pPr>
            <a:lvl2pPr marL="0" indent="-202867">
              <a:spcBef>
                <a:spcPts val="0"/>
              </a:spcBef>
              <a:buFont typeface="Arial" pitchFamily="34" charset="0"/>
              <a:buNone/>
              <a:defRPr lang="nl-NL" sz="1503" kern="1200" dirty="0" smtClean="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>
              <a:spcBef>
                <a:spcPts val="0"/>
              </a:spcBef>
              <a:defRPr sz="1503">
                <a:latin typeface="Arial" pitchFamily="34" charset="0"/>
                <a:cs typeface="Arial" pitchFamily="34" charset="0"/>
              </a:defRPr>
            </a:lvl3pPr>
            <a:lvl4pPr marL="405734" indent="-202867">
              <a:spcBef>
                <a:spcPts val="0"/>
              </a:spcBef>
              <a:defRPr sz="1503">
                <a:latin typeface="Arial" pitchFamily="34" charset="0"/>
                <a:cs typeface="Arial" pitchFamily="34" charset="0"/>
              </a:defRPr>
            </a:lvl4pPr>
            <a:lvl5pPr marL="608602" indent="-202867">
              <a:spcBef>
                <a:spcPts val="0"/>
              </a:spcBef>
              <a:defRPr sz="1503">
                <a:latin typeface="Arial" pitchFamily="34" charset="0"/>
                <a:cs typeface="Arial" pitchFamily="34" charset="0"/>
              </a:defRPr>
            </a:lvl5pPr>
          </a:lstStyle>
          <a:p>
            <a:pPr lvl="0"/>
            <a:r>
              <a:rPr lang="nl-NL" dirty="0"/>
              <a:t>Klikken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  <a:endParaRPr lang="nl-BE" dirty="0"/>
          </a:p>
        </p:txBody>
      </p:sp>
      <p:sp>
        <p:nvSpPr>
          <p:cNvPr id="56" name="Text Placeholder 18"/>
          <p:cNvSpPr>
            <a:spLocks noGrp="1"/>
          </p:cNvSpPr>
          <p:nvPr>
            <p:ph type="body" sz="quarter" idx="63"/>
          </p:nvPr>
        </p:nvSpPr>
        <p:spPr>
          <a:xfrm>
            <a:off x="676439" y="12027186"/>
            <a:ext cx="12869254" cy="338132"/>
          </a:xfrm>
          <a:prstGeom prst="round2SameRect">
            <a:avLst/>
          </a:prstGeom>
          <a:solidFill>
            <a:srgbClr val="FA6432"/>
          </a:solidFill>
          <a:ln w="19050">
            <a:solidFill>
              <a:srgbClr val="FA6432"/>
            </a:solidFill>
          </a:ln>
        </p:spPr>
        <p:txBody>
          <a:bodyPr lIns="360000" tIns="0" rIns="36000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503" b="1" cap="all" baseline="0">
                <a:solidFill>
                  <a:schemeClr val="bg1"/>
                </a:solidFill>
                <a:latin typeface="Arial" pitchFamily="34" charset="0"/>
                <a:cs typeface="Arial" pitchFamily="34" charset="0"/>
              </a:defRPr>
            </a:lvl1pPr>
          </a:lstStyle>
          <a:p>
            <a:pPr lvl="0"/>
            <a:r>
              <a:rPr lang="nl-NL" dirty="0"/>
              <a:t>Klikken om de tekststijl van het model te bewerken</a:t>
            </a:r>
          </a:p>
        </p:txBody>
      </p:sp>
    </p:spTree>
    <p:extLst>
      <p:ext uri="{BB962C8B-B14F-4D97-AF65-F5344CB8AC3E}">
        <p14:creationId xmlns:p14="http://schemas.microsoft.com/office/powerpoint/2010/main" val="13895365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11200" y="8056847"/>
            <a:ext cx="12801600" cy="9901888"/>
          </a:xfrm>
          <a:prstGeom prst="rect">
            <a:avLst/>
          </a:prstGeom>
        </p:spPr>
        <p:txBody>
          <a:bodyPr vert="horz" lIns="417643" tIns="208822" rIns="417643" bIns="208822" rtlCol="0"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4222133" cy="2197861"/>
          </a:xfrm>
          <a:prstGeom prst="rect">
            <a:avLst/>
          </a:prstGeom>
          <a:solidFill>
            <a:srgbClr val="FA6432"/>
          </a:solidFill>
          <a:ln>
            <a:solidFill>
              <a:srgbClr val="FA643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14"/>
          <p:cNvSpPr/>
          <p:nvPr/>
        </p:nvSpPr>
        <p:spPr>
          <a:xfrm>
            <a:off x="0" y="18751570"/>
            <a:ext cx="14222133" cy="1352530"/>
          </a:xfrm>
          <a:prstGeom prst="rect">
            <a:avLst/>
          </a:prstGeom>
          <a:solidFill>
            <a:srgbClr val="FA6432"/>
          </a:solidFill>
          <a:ln>
            <a:solidFill>
              <a:srgbClr val="FA643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Afbeelding 8" descr="ASSO_LOGO_CMYK.jpg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11118710" y="18235484"/>
            <a:ext cx="2386350" cy="1014397"/>
          </a:xfrm>
          <a:prstGeom prst="rect">
            <a:avLst/>
          </a:prstGeom>
        </p:spPr>
      </p:pic>
      <p:pic>
        <p:nvPicPr>
          <p:cNvPr id="4" name="Afbeelding 3" descr="Afbeelding met Lettertype, tekst, Graphics, logo&#10;&#10;Automatisch gegenereerde beschrijving">
            <a:extLst>
              <a:ext uri="{FF2B5EF4-FFF2-40B4-BE49-F238E27FC236}">
                <a16:creationId xmlns:a16="http://schemas.microsoft.com/office/drawing/2014/main" id="{FBD09DB9-015E-70F6-74AB-5A0DAFE7F0A3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371" y="458004"/>
            <a:ext cx="3365011" cy="13426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27572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</p:sldLayoutIdLst>
  <p:txStyles>
    <p:titleStyle>
      <a:lvl1pPr algn="ctr" defTabSz="1961252" rtl="0" eaLnBrk="1" latinLnBrk="0" hangingPunct="1">
        <a:spcBef>
          <a:spcPct val="0"/>
        </a:spcBef>
        <a:buNone/>
        <a:defRPr sz="5635" b="1" kern="1200">
          <a:solidFill>
            <a:schemeClr val="tx1"/>
          </a:solidFill>
          <a:latin typeface="Arial" pitchFamily="34" charset="0"/>
          <a:ea typeface="+mj-ea"/>
          <a:cs typeface="Arial" pitchFamily="34" charset="0"/>
        </a:defRPr>
      </a:lvl1pPr>
    </p:titleStyle>
    <p:bodyStyle>
      <a:lvl1pPr marL="0" indent="0" algn="l" defTabSz="202867" rtl="0" eaLnBrk="1" latinLnBrk="0" hangingPunct="1">
        <a:spcBef>
          <a:spcPts val="0"/>
        </a:spcBef>
        <a:spcAft>
          <a:spcPts val="564"/>
        </a:spcAft>
        <a:buFont typeface="Arial" pitchFamily="34" charset="0"/>
        <a:buNone/>
        <a:tabLst>
          <a:tab pos="202867" algn="l"/>
        </a:tabLst>
        <a:defRPr sz="1503" b="1" kern="1200" cap="all" baseline="0">
          <a:solidFill>
            <a:srgbClr val="F04C25"/>
          </a:solidFill>
          <a:latin typeface="Arial" pitchFamily="34" charset="0"/>
          <a:ea typeface="+mn-ea"/>
          <a:cs typeface="Arial" pitchFamily="34" charset="0"/>
        </a:defRPr>
      </a:lvl1pPr>
      <a:lvl2pPr marL="0" indent="0" algn="l" defTabSz="202867" rtl="0" eaLnBrk="1" latinLnBrk="0" hangingPunct="1">
        <a:spcBef>
          <a:spcPts val="0"/>
        </a:spcBef>
        <a:buFont typeface="Arial" pitchFamily="34" charset="0"/>
        <a:buNone/>
        <a:tabLst>
          <a:tab pos="202867" algn="l"/>
        </a:tabLst>
        <a:defRPr sz="1503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2pPr>
      <a:lvl3pPr marL="202867" indent="-202867" algn="l" defTabSz="202867" rtl="0" eaLnBrk="1" latinLnBrk="0" hangingPunct="1">
        <a:spcBef>
          <a:spcPts val="0"/>
        </a:spcBef>
        <a:buFont typeface="Arial" pitchFamily="34" charset="0"/>
        <a:buChar char="•"/>
        <a:tabLst>
          <a:tab pos="202867" algn="l"/>
        </a:tabLst>
        <a:defRPr sz="1503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3pPr>
      <a:lvl4pPr marL="405734" indent="-202867" algn="l" defTabSz="202867" rtl="0" eaLnBrk="1" latinLnBrk="0" hangingPunct="1">
        <a:spcBef>
          <a:spcPts val="0"/>
        </a:spcBef>
        <a:buFont typeface="Arial" pitchFamily="34" charset="0"/>
        <a:buChar char="–"/>
        <a:tabLst>
          <a:tab pos="202867" algn="l"/>
        </a:tabLst>
        <a:defRPr sz="1503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4pPr>
      <a:lvl5pPr marL="608602" indent="-202867" algn="l" defTabSz="202867" rtl="0" eaLnBrk="1" latinLnBrk="0" hangingPunct="1">
        <a:spcBef>
          <a:spcPts val="0"/>
        </a:spcBef>
        <a:buFont typeface="Arial" pitchFamily="34" charset="0"/>
        <a:buChar char="»"/>
        <a:tabLst>
          <a:tab pos="202867" algn="l"/>
        </a:tabLst>
        <a:defRPr sz="1503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5pPr>
      <a:lvl6pPr marL="5393442" indent="-490313" algn="l" defTabSz="1961252" rtl="0" eaLnBrk="1" latinLnBrk="0" hangingPunct="1">
        <a:spcBef>
          <a:spcPct val="20000"/>
        </a:spcBef>
        <a:buFont typeface="Arial" pitchFamily="34" charset="0"/>
        <a:buChar char="•"/>
        <a:defRPr sz="4273" kern="1200">
          <a:solidFill>
            <a:schemeClr val="tx1"/>
          </a:solidFill>
          <a:latin typeface="+mn-lt"/>
          <a:ea typeface="+mn-ea"/>
          <a:cs typeface="+mn-cs"/>
        </a:defRPr>
      </a:lvl6pPr>
      <a:lvl7pPr marL="6374068" indent="-490313" algn="l" defTabSz="1961252" rtl="0" eaLnBrk="1" latinLnBrk="0" hangingPunct="1">
        <a:spcBef>
          <a:spcPct val="20000"/>
        </a:spcBef>
        <a:buFont typeface="Arial" pitchFamily="34" charset="0"/>
        <a:buChar char="•"/>
        <a:defRPr sz="4273" kern="1200">
          <a:solidFill>
            <a:schemeClr val="tx1"/>
          </a:solidFill>
          <a:latin typeface="+mn-lt"/>
          <a:ea typeface="+mn-ea"/>
          <a:cs typeface="+mn-cs"/>
        </a:defRPr>
      </a:lvl7pPr>
      <a:lvl8pPr marL="7354694" indent="-490313" algn="l" defTabSz="1961252" rtl="0" eaLnBrk="1" latinLnBrk="0" hangingPunct="1">
        <a:spcBef>
          <a:spcPct val="20000"/>
        </a:spcBef>
        <a:buFont typeface="Arial" pitchFamily="34" charset="0"/>
        <a:buChar char="•"/>
        <a:defRPr sz="4273" kern="1200">
          <a:solidFill>
            <a:schemeClr val="tx1"/>
          </a:solidFill>
          <a:latin typeface="+mn-lt"/>
          <a:ea typeface="+mn-ea"/>
          <a:cs typeface="+mn-cs"/>
        </a:defRPr>
      </a:lvl8pPr>
      <a:lvl9pPr marL="8335320" indent="-490313" algn="l" defTabSz="1961252" rtl="0" eaLnBrk="1" latinLnBrk="0" hangingPunct="1">
        <a:spcBef>
          <a:spcPct val="20000"/>
        </a:spcBef>
        <a:buFont typeface="Arial" pitchFamily="34" charset="0"/>
        <a:buChar char="•"/>
        <a:defRPr sz="427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961252" rtl="0" eaLnBrk="1" latinLnBrk="0" hangingPunct="1">
        <a:defRPr sz="3851" kern="1200">
          <a:solidFill>
            <a:schemeClr val="tx1"/>
          </a:solidFill>
          <a:latin typeface="+mn-lt"/>
          <a:ea typeface="+mn-ea"/>
          <a:cs typeface="+mn-cs"/>
        </a:defRPr>
      </a:lvl1pPr>
      <a:lvl2pPr marL="980626" algn="l" defTabSz="1961252" rtl="0" eaLnBrk="1" latinLnBrk="0" hangingPunct="1">
        <a:defRPr sz="3851" kern="1200">
          <a:solidFill>
            <a:schemeClr val="tx1"/>
          </a:solidFill>
          <a:latin typeface="+mn-lt"/>
          <a:ea typeface="+mn-ea"/>
          <a:cs typeface="+mn-cs"/>
        </a:defRPr>
      </a:lvl2pPr>
      <a:lvl3pPr marL="1961252" algn="l" defTabSz="1961252" rtl="0" eaLnBrk="1" latinLnBrk="0" hangingPunct="1">
        <a:defRPr sz="3851" kern="1200">
          <a:solidFill>
            <a:schemeClr val="tx1"/>
          </a:solidFill>
          <a:latin typeface="+mn-lt"/>
          <a:ea typeface="+mn-ea"/>
          <a:cs typeface="+mn-cs"/>
        </a:defRPr>
      </a:lvl3pPr>
      <a:lvl4pPr marL="2941878" algn="l" defTabSz="1961252" rtl="0" eaLnBrk="1" latinLnBrk="0" hangingPunct="1">
        <a:defRPr sz="3851" kern="1200">
          <a:solidFill>
            <a:schemeClr val="tx1"/>
          </a:solidFill>
          <a:latin typeface="+mn-lt"/>
          <a:ea typeface="+mn-ea"/>
          <a:cs typeface="+mn-cs"/>
        </a:defRPr>
      </a:lvl4pPr>
      <a:lvl5pPr marL="3922504" algn="l" defTabSz="1961252" rtl="0" eaLnBrk="1" latinLnBrk="0" hangingPunct="1">
        <a:defRPr sz="3851" kern="1200">
          <a:solidFill>
            <a:schemeClr val="tx1"/>
          </a:solidFill>
          <a:latin typeface="+mn-lt"/>
          <a:ea typeface="+mn-ea"/>
          <a:cs typeface="+mn-cs"/>
        </a:defRPr>
      </a:lvl5pPr>
      <a:lvl6pPr marL="4903129" algn="l" defTabSz="1961252" rtl="0" eaLnBrk="1" latinLnBrk="0" hangingPunct="1">
        <a:defRPr sz="3851" kern="1200">
          <a:solidFill>
            <a:schemeClr val="tx1"/>
          </a:solidFill>
          <a:latin typeface="+mn-lt"/>
          <a:ea typeface="+mn-ea"/>
          <a:cs typeface="+mn-cs"/>
        </a:defRPr>
      </a:lvl6pPr>
      <a:lvl7pPr marL="5883756" algn="l" defTabSz="1961252" rtl="0" eaLnBrk="1" latinLnBrk="0" hangingPunct="1">
        <a:defRPr sz="3851" kern="1200">
          <a:solidFill>
            <a:schemeClr val="tx1"/>
          </a:solidFill>
          <a:latin typeface="+mn-lt"/>
          <a:ea typeface="+mn-ea"/>
          <a:cs typeface="+mn-cs"/>
        </a:defRPr>
      </a:lvl7pPr>
      <a:lvl8pPr marL="6864381" algn="l" defTabSz="1961252" rtl="0" eaLnBrk="1" latinLnBrk="0" hangingPunct="1">
        <a:defRPr sz="3851" kern="1200">
          <a:solidFill>
            <a:schemeClr val="tx1"/>
          </a:solidFill>
          <a:latin typeface="+mn-lt"/>
          <a:ea typeface="+mn-ea"/>
          <a:cs typeface="+mn-cs"/>
        </a:defRPr>
      </a:lvl8pPr>
      <a:lvl9pPr marL="7845007" algn="l" defTabSz="1961252" rtl="0" eaLnBrk="1" latinLnBrk="0" hangingPunct="1">
        <a:defRPr sz="385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A7E8BA-F85D-78B6-6C4F-4C9372944E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940A85D-636D-A7BF-A60A-F06569A9294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2197861"/>
            <a:ext cx="8712200" cy="2451460"/>
          </a:xfrm>
        </p:spPr>
        <p:txBody>
          <a:bodyPr>
            <a:normAutofit fontScale="77500" lnSpcReduction="20000"/>
          </a:bodyPr>
          <a:lstStyle/>
          <a:p>
            <a:r>
              <a:rPr lang="nl-BE" noProof="0" dirty="0">
                <a:solidFill>
                  <a:srgbClr val="FA6432"/>
                </a:solidFill>
              </a:rPr>
              <a:t>Virtuele leer-en testomgeving met EVE-NG Pro</a:t>
            </a:r>
          </a:p>
          <a:p>
            <a:pPr lvl="1">
              <a:spcAft>
                <a:spcPts val="600"/>
              </a:spcAft>
            </a:pPr>
            <a:r>
              <a:rPr lang="nl-BE" noProof="0" dirty="0"/>
              <a:t>Ontwikkelen en automatiseren van virtuele labo’s in</a:t>
            </a:r>
            <a:br>
              <a:rPr lang="nl-BE" noProof="0" dirty="0"/>
            </a:br>
            <a:r>
              <a:rPr lang="nl-BE" noProof="0" dirty="0"/>
              <a:t>een leer-en testomgeving met EVE-NG Pro</a:t>
            </a:r>
            <a:br>
              <a:rPr lang="nl-BE" noProof="0" dirty="0"/>
            </a:br>
            <a:r>
              <a:rPr lang="nl-BE" sz="1878" noProof="0" dirty="0"/>
              <a:t>Professionele bachelor Elektronica-ICT</a:t>
            </a:r>
            <a:endParaRPr lang="nl-BE" noProof="0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A8C9EE6-C7E4-2556-8409-E449B175CA0C}"/>
              </a:ext>
            </a:extLst>
          </p:cNvPr>
          <p:cNvSpPr>
            <a:spLocks noGrp="1"/>
          </p:cNvSpPr>
          <p:nvPr>
            <p:ph type="body" sz="quarter" idx="69"/>
          </p:nvPr>
        </p:nvSpPr>
        <p:spPr>
          <a:xfrm>
            <a:off x="678097" y="4799016"/>
            <a:ext cx="6129103" cy="1738032"/>
          </a:xfrm>
          <a:ln>
            <a:solidFill>
              <a:srgbClr val="00283C"/>
            </a:solidFill>
          </a:ln>
        </p:spPr>
        <p:txBody>
          <a:bodyPr/>
          <a:lstStyle/>
          <a:p>
            <a:pPr lvl="1" algn="just"/>
            <a:r>
              <a:rPr lang="nl-BE" noProof="0" dirty="0"/>
              <a:t>Binnen het huidig sollicitatieproces ontbreekt een gestructureerde methode om sollicitanten te beoordelen op hun praktische kennis en vaardigheden. Vervolgens hebben </a:t>
            </a:r>
            <a:r>
              <a:rPr lang="nl-BE" noProof="0" dirty="0" err="1"/>
              <a:t>juniors</a:t>
            </a:r>
            <a:r>
              <a:rPr lang="nl-BE" noProof="0" dirty="0"/>
              <a:t> vaak nog geen goed inzicht in hoe een realistische netwerktopologie er effectief uitziet.</a:t>
            </a:r>
          </a:p>
          <a:p>
            <a:pPr lvl="1" algn="just"/>
            <a:endParaRPr lang="nl-BE" noProof="0" dirty="0"/>
          </a:p>
          <a:p>
            <a:pPr lvl="1" algn="just"/>
            <a:endParaRPr lang="nl-BE" noProof="0" dirty="0"/>
          </a:p>
          <a:p>
            <a:pPr lvl="1" algn="just"/>
            <a:endParaRPr lang="nl-BE" noProof="0" dirty="0"/>
          </a:p>
          <a:p>
            <a:pPr lvl="1" algn="just"/>
            <a:endParaRPr lang="nl-BE" noProof="0" dirty="0"/>
          </a:p>
          <a:p>
            <a:pPr lvl="1" algn="just"/>
            <a:endParaRPr lang="nl-BE" noProof="0" dirty="0"/>
          </a:p>
          <a:p>
            <a:pPr lvl="1" algn="just"/>
            <a:endParaRPr lang="nl-BE" noProof="0" dirty="0"/>
          </a:p>
          <a:p>
            <a:pPr lvl="1" algn="just"/>
            <a:endParaRPr lang="nl-BE" noProof="0" dirty="0"/>
          </a:p>
          <a:p>
            <a:pPr lvl="1" algn="just"/>
            <a:endParaRPr lang="nl-BE" noProof="0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D65D24BE-219A-4922-7F46-309A7E6D9822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76438" y="4461348"/>
            <a:ext cx="6129103" cy="337711"/>
          </a:xfrm>
          <a:solidFill>
            <a:schemeClr val="tx2">
              <a:lumMod val="60000"/>
              <a:lumOff val="40000"/>
            </a:schemeClr>
          </a:solidFill>
          <a:ln>
            <a:solidFill>
              <a:srgbClr val="00283C"/>
            </a:solidFill>
          </a:ln>
        </p:spPr>
        <p:txBody>
          <a:bodyPr/>
          <a:lstStyle/>
          <a:p>
            <a:r>
              <a:rPr lang="nl-BE" b="0" cap="none" noProof="0" dirty="0"/>
              <a:t>Probleem 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6CAA18A6-9EAE-190E-B689-8C856C1907AC}"/>
              </a:ext>
            </a:extLst>
          </p:cNvPr>
          <p:cNvSpPr>
            <a:spLocks noGrp="1"/>
          </p:cNvSpPr>
          <p:nvPr>
            <p:ph type="body" sz="quarter" idx="71"/>
          </p:nvPr>
        </p:nvSpPr>
        <p:spPr>
          <a:xfrm>
            <a:off x="678097" y="16727750"/>
            <a:ext cx="12865940" cy="1275469"/>
          </a:xfrm>
          <a:ln>
            <a:solidFill>
              <a:srgbClr val="FA6432"/>
            </a:solidFill>
          </a:ln>
        </p:spPr>
        <p:txBody>
          <a:bodyPr/>
          <a:lstStyle/>
          <a:p>
            <a:pPr lvl="1" algn="just"/>
            <a:r>
              <a:rPr lang="nl-BE" noProof="0" dirty="0"/>
              <a:t>tekst</a:t>
            </a:r>
          </a:p>
          <a:p>
            <a:pPr lvl="1"/>
            <a:endParaRPr lang="nl-BE" noProof="0" dirty="0"/>
          </a:p>
          <a:p>
            <a:pPr lvl="1"/>
            <a:endParaRPr lang="nl-BE" noProof="0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E85B6BE6-154E-8BC6-9FBB-5FA0B8AC4A0A}"/>
              </a:ext>
            </a:extLst>
          </p:cNvPr>
          <p:cNvSpPr>
            <a:spLocks noGrp="1"/>
          </p:cNvSpPr>
          <p:nvPr>
            <p:ph type="body" sz="quarter" idx="63"/>
          </p:nvPr>
        </p:nvSpPr>
        <p:spPr>
          <a:xfrm>
            <a:off x="678097" y="16389432"/>
            <a:ext cx="12865940" cy="338132"/>
          </a:xfrm>
          <a:solidFill>
            <a:srgbClr val="FA6432"/>
          </a:solidFill>
          <a:ln>
            <a:solidFill>
              <a:srgbClr val="FA6432"/>
            </a:solidFill>
          </a:ln>
        </p:spPr>
        <p:txBody>
          <a:bodyPr/>
          <a:lstStyle/>
          <a:p>
            <a:r>
              <a:rPr lang="nl-BE" noProof="0" dirty="0"/>
              <a:t>titel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C144CC-D95D-E699-40C0-40FC9B3B9B5B}"/>
              </a:ext>
            </a:extLst>
          </p:cNvPr>
          <p:cNvSpPr>
            <a:spLocks noGrp="1"/>
          </p:cNvSpPr>
          <p:nvPr>
            <p:ph type="body" sz="quarter" idx="60"/>
          </p:nvPr>
        </p:nvSpPr>
        <p:spPr>
          <a:xfrm>
            <a:off x="4923526" y="583289"/>
            <a:ext cx="9298643" cy="980693"/>
          </a:xfrm>
        </p:spPr>
        <p:txBody>
          <a:bodyPr/>
          <a:lstStyle/>
          <a:p>
            <a:r>
              <a:rPr lang="nl-BE" noProof="0" dirty="0"/>
              <a:t>Bedrijfspromotor: </a:t>
            </a:r>
            <a:r>
              <a:rPr lang="nl-BE" b="0" noProof="0" dirty="0"/>
              <a:t>Kenzo De </a:t>
            </a:r>
            <a:r>
              <a:rPr lang="nl-BE" b="0" noProof="0" dirty="0" err="1"/>
              <a:t>Ruysscher</a:t>
            </a:r>
            <a:endParaRPr lang="nl-BE" b="0" noProof="0" dirty="0"/>
          </a:p>
          <a:p>
            <a:r>
              <a:rPr lang="nl-BE" noProof="0" dirty="0"/>
              <a:t>Hogeschoolpromotor</a:t>
            </a:r>
            <a:r>
              <a:rPr lang="nl-BE" b="0" noProof="0" dirty="0"/>
              <a:t>: </a:t>
            </a:r>
            <a:r>
              <a:rPr lang="nl-BE" b="0" noProof="0" dirty="0" err="1"/>
              <a:t>Phaedra</a:t>
            </a:r>
            <a:r>
              <a:rPr lang="nl-BE" b="0" noProof="0" dirty="0"/>
              <a:t> </a:t>
            </a:r>
            <a:r>
              <a:rPr lang="nl-BE" b="0" noProof="0" dirty="0" err="1"/>
              <a:t>Degreef</a:t>
            </a:r>
            <a:br>
              <a:rPr lang="nl-BE" b="0" noProof="0" dirty="0"/>
            </a:br>
            <a:r>
              <a:rPr lang="nl-BE" noProof="0" dirty="0"/>
              <a:t>Student: </a:t>
            </a:r>
            <a:r>
              <a:rPr lang="nl-BE" b="0" noProof="0" dirty="0"/>
              <a:t>Yente Lens</a:t>
            </a:r>
          </a:p>
        </p:txBody>
      </p:sp>
      <p:pic>
        <p:nvPicPr>
          <p:cNvPr id="16" name="Picture Placeholder 15" descr="QR-Code_www.thomasmore.be.jpg">
            <a:extLst>
              <a:ext uri="{FF2B5EF4-FFF2-40B4-BE49-F238E27FC236}">
                <a16:creationId xmlns:a16="http://schemas.microsoft.com/office/drawing/2014/main" id="{1577FB4C-2C23-DCA8-2CCF-55DBD68AEBBE}"/>
              </a:ext>
            </a:extLst>
          </p:cNvPr>
          <p:cNvPicPr>
            <a:picLocks noGrp="1" noChangeAspect="1"/>
          </p:cNvPicPr>
          <p:nvPr>
            <p:ph type="pic" sz="quarter" idx="66"/>
          </p:nvPr>
        </p:nvPicPr>
        <p:blipFill>
          <a:blip r:embed="rId2" cstate="print"/>
          <a:srcRect l="31" r="31"/>
          <a:stretch>
            <a:fillRect/>
          </a:stretch>
        </p:blipFill>
        <p:spPr/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2ABD6BC-A783-D148-5D20-7EDA83B90065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>
          <a:xfrm>
            <a:off x="2141746" y="18768437"/>
            <a:ext cx="6661104" cy="1361080"/>
          </a:xfrm>
        </p:spPr>
        <p:txBody>
          <a:bodyPr>
            <a:normAutofit lnSpcReduction="10000"/>
          </a:bodyPr>
          <a:lstStyle/>
          <a:p>
            <a:r>
              <a:rPr lang="nl-BE" noProof="0" dirty="0"/>
              <a:t>Thomas More  | Campus De </a:t>
            </a:r>
            <a:r>
              <a:rPr lang="nl-BE" noProof="0" dirty="0" err="1"/>
              <a:t>Nayer</a:t>
            </a:r>
            <a:endParaRPr lang="nl-BE" noProof="0" dirty="0"/>
          </a:p>
          <a:p>
            <a:r>
              <a:rPr lang="nl-BE" noProof="0" dirty="0"/>
              <a:t>Jan Pieter De </a:t>
            </a:r>
            <a:r>
              <a:rPr lang="nl-BE" noProof="0" dirty="0" err="1"/>
              <a:t>Nayerlaan</a:t>
            </a:r>
            <a:r>
              <a:rPr lang="nl-BE" noProof="0" dirty="0"/>
              <a:t> 5, 2860 Sint-Katelijne-Waver, België</a:t>
            </a:r>
          </a:p>
          <a:p>
            <a:r>
              <a:rPr lang="nl-BE" noProof="0" dirty="0"/>
              <a:t>Tel. + 32 (0)15 31 69 44 | www.thomasmore.be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F1BEF841-3E7F-3BD8-9CE3-C5EA79BA602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1830" y="2607948"/>
            <a:ext cx="5162207" cy="1023232"/>
          </a:xfrm>
          <a:prstGeom prst="rect">
            <a:avLst/>
          </a:prstGeom>
        </p:spPr>
      </p:pic>
      <p:sp>
        <p:nvSpPr>
          <p:cNvPr id="8" name="Text Placeholder 10">
            <a:extLst>
              <a:ext uri="{FF2B5EF4-FFF2-40B4-BE49-F238E27FC236}">
                <a16:creationId xmlns:a16="http://schemas.microsoft.com/office/drawing/2014/main" id="{8D2D5815-61ED-32BD-1EE7-18EE955B8C37}"/>
              </a:ext>
            </a:extLst>
          </p:cNvPr>
          <p:cNvSpPr txBox="1">
            <a:spLocks/>
          </p:cNvSpPr>
          <p:nvPr/>
        </p:nvSpPr>
        <p:spPr>
          <a:xfrm>
            <a:off x="7416802" y="4461348"/>
            <a:ext cx="6127234" cy="337711"/>
          </a:xfrm>
          <a:prstGeom prst="round2SameRect">
            <a:avLst/>
          </a:prstGeom>
          <a:solidFill>
            <a:schemeClr val="tx2">
              <a:lumMod val="60000"/>
              <a:lumOff val="40000"/>
            </a:schemeClr>
          </a:solidFill>
          <a:ln w="19050">
            <a:solidFill>
              <a:srgbClr val="00283C"/>
            </a:solidFill>
          </a:ln>
        </p:spPr>
        <p:txBody>
          <a:bodyPr vert="horz" lIns="360000" tIns="0" rIns="360000" bIns="0" rtlCol="0" anchor="ctr" anchorCtr="0">
            <a:noAutofit/>
          </a:bodyPr>
          <a:lstStyle>
            <a:lvl1pPr marL="0" indent="0" algn="l" defTabSz="20286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564"/>
              </a:spcAft>
              <a:buFontTx/>
              <a:buNone/>
              <a:tabLst>
                <a:tab pos="202867" algn="l"/>
              </a:tabLst>
              <a:defRPr sz="1503" b="1" kern="1200" cap="all" baseline="0">
                <a:solidFill>
                  <a:schemeClr val="bg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0" indent="0" algn="l" defTabSz="202867" rtl="0" eaLnBrk="1" latinLnBrk="0" hangingPunct="1">
              <a:spcBef>
                <a:spcPts val="0"/>
              </a:spcBef>
              <a:buFont typeface="Arial" pitchFamily="34" charset="0"/>
              <a:buNone/>
              <a:tabLst>
                <a:tab pos="202867" algn="l"/>
              </a:tabLst>
              <a:defRPr sz="1503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202867" indent="-202867" algn="l" defTabSz="202867" rtl="0" eaLnBrk="1" latinLnBrk="0" hangingPunct="1">
              <a:spcBef>
                <a:spcPts val="0"/>
              </a:spcBef>
              <a:buFont typeface="Arial" pitchFamily="34" charset="0"/>
              <a:buChar char="•"/>
              <a:tabLst>
                <a:tab pos="202867" algn="l"/>
              </a:tabLst>
              <a:defRPr sz="1503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405734" indent="-202867" algn="l" defTabSz="202867" rtl="0" eaLnBrk="1" latinLnBrk="0" hangingPunct="1">
              <a:spcBef>
                <a:spcPts val="0"/>
              </a:spcBef>
              <a:buFont typeface="Arial" pitchFamily="34" charset="0"/>
              <a:buChar char="–"/>
              <a:tabLst>
                <a:tab pos="202867" algn="l"/>
              </a:tabLst>
              <a:defRPr sz="1503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608602" indent="-202867" algn="l" defTabSz="202867" rtl="0" eaLnBrk="1" latinLnBrk="0" hangingPunct="1">
              <a:spcBef>
                <a:spcPts val="0"/>
              </a:spcBef>
              <a:buFont typeface="Arial" pitchFamily="34" charset="0"/>
              <a:buChar char="»"/>
              <a:tabLst>
                <a:tab pos="202867" algn="l"/>
              </a:tabLst>
              <a:defRPr sz="1503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5393442" indent="-490313" algn="l" defTabSz="196125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6374068" indent="-490313" algn="l" defTabSz="196125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7354694" indent="-490313" algn="l" defTabSz="196125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8335320" indent="-490313" algn="l" defTabSz="196125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nl-BE" b="0" cap="none" noProof="0" dirty="0"/>
              <a:t>Oplossing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379A3559-82E2-E5DF-B565-C64AF43E6EE7}"/>
              </a:ext>
            </a:extLst>
          </p:cNvPr>
          <p:cNvSpPr txBox="1">
            <a:spLocks/>
          </p:cNvSpPr>
          <p:nvPr/>
        </p:nvSpPr>
        <p:spPr>
          <a:xfrm>
            <a:off x="7416800" y="4799016"/>
            <a:ext cx="6127234" cy="1738032"/>
          </a:xfrm>
          <a:prstGeom prst="rect">
            <a:avLst/>
          </a:prstGeom>
          <a:ln w="19050">
            <a:solidFill>
              <a:srgbClr val="00283C"/>
            </a:solidFill>
          </a:ln>
        </p:spPr>
        <p:txBody>
          <a:bodyPr vert="horz" wrap="square" lIns="360000" tIns="288000" rIns="360000" bIns="288000" rtlCol="0">
            <a:spAutoFit/>
          </a:bodyPr>
          <a:lstStyle>
            <a:lvl1pPr marL="0" indent="0" algn="l" defTabSz="202867" rtl="0" eaLnBrk="1" latinLnBrk="0" hangingPunct="1">
              <a:spcBef>
                <a:spcPts val="0"/>
              </a:spcBef>
              <a:spcAft>
                <a:spcPts val="564"/>
              </a:spcAft>
              <a:buFont typeface="Arial" pitchFamily="34" charset="0"/>
              <a:buNone/>
              <a:tabLst>
                <a:tab pos="202867" algn="l"/>
              </a:tabLst>
              <a:defRPr sz="1503" b="1" kern="1200" cap="all" baseline="0">
                <a:solidFill>
                  <a:srgbClr val="FA6432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0" indent="-202867" algn="l" defTabSz="202867" rtl="0" eaLnBrk="1" latinLnBrk="0" hangingPunct="1">
              <a:spcBef>
                <a:spcPts val="0"/>
              </a:spcBef>
              <a:buFont typeface="Arial" pitchFamily="34" charset="0"/>
              <a:buNone/>
              <a:tabLst>
                <a:tab pos="202867" algn="l"/>
              </a:tabLst>
              <a:defRPr lang="nl-NL" sz="1503" kern="1200" dirty="0" smtClean="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202867" indent="-202867" algn="l" defTabSz="202867" rtl="0" eaLnBrk="1" latinLnBrk="0" hangingPunct="1">
              <a:spcBef>
                <a:spcPts val="0"/>
              </a:spcBef>
              <a:buFont typeface="Arial" pitchFamily="34" charset="0"/>
              <a:buChar char="•"/>
              <a:tabLst>
                <a:tab pos="202867" algn="l"/>
              </a:tabLst>
              <a:defRPr sz="1503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405734" indent="-202867" algn="l" defTabSz="202867" rtl="0" eaLnBrk="1" latinLnBrk="0" hangingPunct="1">
              <a:spcBef>
                <a:spcPts val="0"/>
              </a:spcBef>
              <a:buFont typeface="Arial" pitchFamily="34" charset="0"/>
              <a:buChar char="–"/>
              <a:tabLst>
                <a:tab pos="202867" algn="l"/>
              </a:tabLst>
              <a:defRPr sz="1503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608602" indent="-202867" algn="l" defTabSz="202867" rtl="0" eaLnBrk="1" latinLnBrk="0" hangingPunct="1">
              <a:spcBef>
                <a:spcPts val="0"/>
              </a:spcBef>
              <a:buFont typeface="Arial" pitchFamily="34" charset="0"/>
              <a:buChar char="»"/>
              <a:tabLst>
                <a:tab pos="202867" algn="l"/>
              </a:tabLst>
              <a:defRPr sz="1503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5393442" indent="-490313" algn="l" defTabSz="196125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6374068" indent="-490313" algn="l" defTabSz="196125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7354694" indent="-490313" algn="l" defTabSz="196125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8335320" indent="-490313" algn="l" defTabSz="196125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algn="just"/>
            <a:r>
              <a:rPr lang="nl-BE" noProof="0" dirty="0"/>
              <a:t>Dankzij de virtuele leer-en testomgeving kunnen sollicitanten ook getoetst worden op hun praktische kennis. Hierdoor kan een beter beeld worden geschetst van hun vaardigheden. Ook kunnen de labo’s worden gebruikt door de </a:t>
            </a:r>
            <a:r>
              <a:rPr lang="nl-BE" noProof="0" dirty="0" err="1"/>
              <a:t>juniors</a:t>
            </a:r>
            <a:r>
              <a:rPr lang="nl-BE" noProof="0" dirty="0"/>
              <a:t> om gewend te raken aan een realistische netwerktopologie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1899F172-C6B7-646F-0329-5857B50F5E3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6438" y="7230262"/>
            <a:ext cx="8081224" cy="5765817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31AC29B0-E60B-2A7D-CF8D-7E380B4B51D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69028" y="7230262"/>
            <a:ext cx="4175008" cy="1671634"/>
          </a:xfrm>
          <a:prstGeom prst="rect">
            <a:avLst/>
          </a:prstGeom>
        </p:spPr>
      </p:pic>
      <p:sp>
        <p:nvSpPr>
          <p:cNvPr id="5" name="Text Placeholder 10">
            <a:extLst>
              <a:ext uri="{FF2B5EF4-FFF2-40B4-BE49-F238E27FC236}">
                <a16:creationId xmlns:a16="http://schemas.microsoft.com/office/drawing/2014/main" id="{63AF02B7-8D7C-B311-F7FC-3B22594855D4}"/>
              </a:ext>
            </a:extLst>
          </p:cNvPr>
          <p:cNvSpPr txBox="1">
            <a:spLocks/>
          </p:cNvSpPr>
          <p:nvPr/>
        </p:nvSpPr>
        <p:spPr>
          <a:xfrm>
            <a:off x="9369028" y="9389922"/>
            <a:ext cx="4175008" cy="338132"/>
          </a:xfrm>
          <a:prstGeom prst="round2SameRect">
            <a:avLst/>
          </a:prstGeom>
          <a:solidFill>
            <a:schemeClr val="tx2">
              <a:lumMod val="60000"/>
              <a:lumOff val="40000"/>
            </a:schemeClr>
          </a:solidFill>
          <a:ln w="19050">
            <a:solidFill>
              <a:srgbClr val="00283C"/>
            </a:solidFill>
          </a:ln>
        </p:spPr>
        <p:txBody>
          <a:bodyPr vert="horz" lIns="360000" tIns="0" rIns="360000" bIns="0" rtlCol="0" anchor="ctr" anchorCtr="0">
            <a:noAutofit/>
          </a:bodyPr>
          <a:lstStyle>
            <a:lvl1pPr marL="0" indent="0" algn="l" defTabSz="20286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564"/>
              </a:spcAft>
              <a:buFontTx/>
              <a:buNone/>
              <a:tabLst>
                <a:tab pos="202867" algn="l"/>
              </a:tabLst>
              <a:defRPr sz="1503" b="1" kern="1200" cap="all" baseline="0">
                <a:solidFill>
                  <a:schemeClr val="bg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0" indent="0" algn="l" defTabSz="202867" rtl="0" eaLnBrk="1" latinLnBrk="0" hangingPunct="1">
              <a:spcBef>
                <a:spcPts val="0"/>
              </a:spcBef>
              <a:buFont typeface="Arial" pitchFamily="34" charset="0"/>
              <a:buNone/>
              <a:tabLst>
                <a:tab pos="202867" algn="l"/>
              </a:tabLst>
              <a:defRPr sz="1503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202867" indent="-202867" algn="l" defTabSz="202867" rtl="0" eaLnBrk="1" latinLnBrk="0" hangingPunct="1">
              <a:spcBef>
                <a:spcPts val="0"/>
              </a:spcBef>
              <a:buFont typeface="Arial" pitchFamily="34" charset="0"/>
              <a:buChar char="•"/>
              <a:tabLst>
                <a:tab pos="202867" algn="l"/>
              </a:tabLst>
              <a:defRPr sz="1503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405734" indent="-202867" algn="l" defTabSz="202867" rtl="0" eaLnBrk="1" latinLnBrk="0" hangingPunct="1">
              <a:spcBef>
                <a:spcPts val="0"/>
              </a:spcBef>
              <a:buFont typeface="Arial" pitchFamily="34" charset="0"/>
              <a:buChar char="–"/>
              <a:tabLst>
                <a:tab pos="202867" algn="l"/>
              </a:tabLst>
              <a:defRPr sz="1503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608602" indent="-202867" algn="l" defTabSz="202867" rtl="0" eaLnBrk="1" latinLnBrk="0" hangingPunct="1">
              <a:spcBef>
                <a:spcPts val="0"/>
              </a:spcBef>
              <a:buFont typeface="Arial" pitchFamily="34" charset="0"/>
              <a:buChar char="»"/>
              <a:tabLst>
                <a:tab pos="202867" algn="l"/>
              </a:tabLst>
              <a:defRPr sz="1503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5393442" indent="-490313" algn="l" defTabSz="196125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6374068" indent="-490313" algn="l" defTabSz="196125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7354694" indent="-490313" algn="l" defTabSz="196125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8335320" indent="-490313" algn="l" defTabSz="196125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nl-BE" b="0" cap="none" dirty="0"/>
              <a:t>EVE-NG  </a:t>
            </a:r>
          </a:p>
        </p:txBody>
      </p:sp>
      <p:sp>
        <p:nvSpPr>
          <p:cNvPr id="6" name="Text Placeholder 9">
            <a:extLst>
              <a:ext uri="{FF2B5EF4-FFF2-40B4-BE49-F238E27FC236}">
                <a16:creationId xmlns:a16="http://schemas.microsoft.com/office/drawing/2014/main" id="{8F44D8A6-BCB4-CB6E-EB88-86CB9BDC0341}"/>
              </a:ext>
            </a:extLst>
          </p:cNvPr>
          <p:cNvSpPr txBox="1">
            <a:spLocks/>
          </p:cNvSpPr>
          <p:nvPr/>
        </p:nvSpPr>
        <p:spPr>
          <a:xfrm>
            <a:off x="9369028" y="9728054"/>
            <a:ext cx="4175008" cy="1969313"/>
          </a:xfrm>
          <a:prstGeom prst="rect">
            <a:avLst/>
          </a:prstGeom>
          <a:ln w="19050">
            <a:solidFill>
              <a:srgbClr val="00283C"/>
            </a:solidFill>
          </a:ln>
        </p:spPr>
        <p:txBody>
          <a:bodyPr vert="horz" wrap="square" lIns="360000" tIns="288000" rIns="360000" bIns="288000" rtlCol="0">
            <a:spAutoFit/>
          </a:bodyPr>
          <a:lstStyle>
            <a:lvl1pPr marL="0" indent="0" algn="l" defTabSz="202867" rtl="0" eaLnBrk="1" latinLnBrk="0" hangingPunct="1">
              <a:spcBef>
                <a:spcPts val="0"/>
              </a:spcBef>
              <a:spcAft>
                <a:spcPts val="564"/>
              </a:spcAft>
              <a:buFont typeface="Arial" pitchFamily="34" charset="0"/>
              <a:buNone/>
              <a:tabLst>
                <a:tab pos="202867" algn="l"/>
              </a:tabLst>
              <a:defRPr sz="1503" b="1" kern="1200" cap="all" baseline="0">
                <a:solidFill>
                  <a:srgbClr val="FA6432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0" indent="-202867" algn="l" defTabSz="202867" rtl="0" eaLnBrk="1" latinLnBrk="0" hangingPunct="1">
              <a:spcBef>
                <a:spcPts val="0"/>
              </a:spcBef>
              <a:buFont typeface="Arial" pitchFamily="34" charset="0"/>
              <a:buNone/>
              <a:tabLst>
                <a:tab pos="202867" algn="l"/>
              </a:tabLst>
              <a:defRPr lang="nl-NL" sz="1503" kern="1200" dirty="0" smtClean="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202867" indent="-202867" algn="l" defTabSz="202867" rtl="0" eaLnBrk="1" latinLnBrk="0" hangingPunct="1">
              <a:spcBef>
                <a:spcPts val="0"/>
              </a:spcBef>
              <a:buFont typeface="Arial" pitchFamily="34" charset="0"/>
              <a:buChar char="•"/>
              <a:tabLst>
                <a:tab pos="202867" algn="l"/>
              </a:tabLst>
              <a:defRPr sz="1503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405734" indent="-202867" algn="l" defTabSz="202867" rtl="0" eaLnBrk="1" latinLnBrk="0" hangingPunct="1">
              <a:spcBef>
                <a:spcPts val="0"/>
              </a:spcBef>
              <a:buFont typeface="Arial" pitchFamily="34" charset="0"/>
              <a:buChar char="–"/>
              <a:tabLst>
                <a:tab pos="202867" algn="l"/>
              </a:tabLst>
              <a:defRPr sz="1503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608602" indent="-202867" algn="l" defTabSz="202867" rtl="0" eaLnBrk="1" latinLnBrk="0" hangingPunct="1">
              <a:spcBef>
                <a:spcPts val="0"/>
              </a:spcBef>
              <a:buFont typeface="Arial" pitchFamily="34" charset="0"/>
              <a:buChar char="»"/>
              <a:tabLst>
                <a:tab pos="202867" algn="l"/>
              </a:tabLst>
              <a:defRPr sz="1503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5393442" indent="-490313" algn="l" defTabSz="196125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6374068" indent="-490313" algn="l" defTabSz="196125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7354694" indent="-490313" algn="l" defTabSz="196125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8335320" indent="-490313" algn="l" defTabSz="196125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r>
              <a:rPr lang="nl-BE" dirty="0"/>
              <a:t>Is een netwerkemulatiesoftware dat het mogelijk maakt om </a:t>
            </a:r>
            <a:r>
              <a:rPr lang="nl-BE" dirty="0" err="1"/>
              <a:t>netwerktopologieën</a:t>
            </a:r>
            <a:r>
              <a:rPr lang="nl-BE" dirty="0"/>
              <a:t> te ontwerpen en testen in een virtuele omgeving. EVE-NG draait virtuele netwerktoestellen als software “images” op een server. </a:t>
            </a:r>
          </a:p>
        </p:txBody>
      </p:sp>
    </p:spTree>
    <p:extLst>
      <p:ext uri="{BB962C8B-B14F-4D97-AF65-F5344CB8AC3E}">
        <p14:creationId xmlns:p14="http://schemas.microsoft.com/office/powerpoint/2010/main" val="1884968132"/>
      </p:ext>
    </p:extLst>
  </p:cSld>
  <p:clrMapOvr>
    <a:masterClrMapping/>
  </p:clrMapOvr>
</p:sld>
</file>

<file path=ppt/theme/theme1.xml><?xml version="1.0" encoding="utf-8"?>
<a:theme xmlns:a="http://schemas.openxmlformats.org/drawingml/2006/main" name="TM_onderzoekspo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04C25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Template poster Ndl - nieuwe huisstijl" id="{E0766082-3E70-4B42-9526-B32DA8218B1E}" vid="{810DE59E-94B9-48FF-8DF0-CB6633C3BFE7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1A307FBA45E73B4C8D5201D6E93AE7FF" ma:contentTypeVersion="10" ma:contentTypeDescription="Een nieuw document maken." ma:contentTypeScope="" ma:versionID="ffc79c833aa11187a9b03609d0ef013b">
  <xsd:schema xmlns:xsd="http://www.w3.org/2001/XMLSchema" xmlns:xs="http://www.w3.org/2001/XMLSchema" xmlns:p="http://schemas.microsoft.com/office/2006/metadata/properties" xmlns:ns2="08656f9a-5533-445c-9745-8b78b9f32e94" targetNamespace="http://schemas.microsoft.com/office/2006/metadata/properties" ma:root="true" ma:fieldsID="f1de88abeb94c0a233512af3206a5add" ns2:_="">
    <xsd:import namespace="08656f9a-5533-445c-9745-8b78b9f32e9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MediaLengthInSeconds" minOccurs="0"/>
                <xsd:element ref="ns2:MediaServiceObjectDetectorVersions" minOccurs="0"/>
                <xsd:element ref="ns2:MediaServiceGenerationTime" minOccurs="0"/>
                <xsd:element ref="ns2:MediaServiceEventHashCode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8656f9a-5533-445c-9745-8b78b9f32e9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3" nillable="true" ma:displayName="Length (seconds)" ma:internalName="MediaLengthInSeconds" ma:readOnly="true">
      <xsd:simpleType>
        <xsd:restriction base="dms:Unknown"/>
      </xsd:simpleType>
    </xsd:element>
    <xsd:element name="MediaServiceObjectDetectorVersions" ma:index="1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SearchProperties" ma:index="17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DB4C8F74-1D82-4571-8BB4-C4A1A1557DE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0677BFE8-9222-4836-8D51-287619E2A1F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8656f9a-5533-445c-9745-8b78b9f32e94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2DE7141F-FBCE-4A78-9588-4D54994EB7FA}">
  <ds:schemaRefs>
    <ds:schemaRef ds:uri="http://schemas.microsoft.com/office/2006/metadata/properties"/>
    <ds:schemaRef ds:uri="http://schemas.microsoft.com/office/2006/documentManagement/types"/>
    <ds:schemaRef ds:uri="http://purl.org/dc/elements/1.1/"/>
    <ds:schemaRef ds:uri="http://purl.org/dc/dcmitype/"/>
    <ds:schemaRef ds:uri="08656f9a-5533-445c-9745-8b78b9f32e94"/>
    <ds:schemaRef ds:uri="http://schemas.microsoft.com/office/infopath/2007/PartnerControls"/>
    <ds:schemaRef ds:uri="http://schemas.openxmlformats.org/package/2006/metadata/core-properties"/>
    <ds:schemaRef ds:uri="http://www.w3.org/XML/1998/namespace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378</TotalTime>
  <Words>184</Words>
  <Application>Microsoft Office PowerPoint</Application>
  <PresentationFormat>Custom</PresentationFormat>
  <Paragraphs>21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TM_onderzoeksposter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PowerPoint-presentatie</dc:title>
  <dc:creator>Lies Hendrickx</dc:creator>
  <cp:lastModifiedBy>Yente Lens</cp:lastModifiedBy>
  <cp:revision>21</cp:revision>
  <dcterms:created xsi:type="dcterms:W3CDTF">2024-09-23T10:56:21Z</dcterms:created>
  <dcterms:modified xsi:type="dcterms:W3CDTF">2026-04-28T13:04:33Z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2024-05-22T00:00:00Z</vt:filetime>
  </property>
  <property fmtid="{D5CDD505-2E9C-101B-9397-08002B2CF9AE}" pid="3" name="Creator">
    <vt:lpwstr>Microsoft® PowerPoint® voor Microsoft 365</vt:lpwstr>
  </property>
  <property fmtid="{D5CDD505-2E9C-101B-9397-08002B2CF9AE}" pid="4" name="LastSaved">
    <vt:filetime>2024-09-23T00:00:00Z</vt:filetime>
  </property>
  <property fmtid="{D5CDD505-2E9C-101B-9397-08002B2CF9AE}" pid="5" name="MSIP_Label_c337be75-dfbb-4261-9834-ac247c7dde13_ActionId">
    <vt:lpwstr>0fafaa73-70c8-4c0c-b6bd-cf063af0cb89</vt:lpwstr>
  </property>
  <property fmtid="{D5CDD505-2E9C-101B-9397-08002B2CF9AE}" pid="6" name="MSIP_Label_c337be75-dfbb-4261-9834-ac247c7dde13_ContentBits">
    <vt:lpwstr>0</vt:lpwstr>
  </property>
  <property fmtid="{D5CDD505-2E9C-101B-9397-08002B2CF9AE}" pid="7" name="MSIP_Label_c337be75-dfbb-4261-9834-ac247c7dde13_Enabled">
    <vt:lpwstr>true</vt:lpwstr>
  </property>
  <property fmtid="{D5CDD505-2E9C-101B-9397-08002B2CF9AE}" pid="8" name="MSIP_Label_c337be75-dfbb-4261-9834-ac247c7dde13_Method">
    <vt:lpwstr>Standard</vt:lpwstr>
  </property>
  <property fmtid="{D5CDD505-2E9C-101B-9397-08002B2CF9AE}" pid="9" name="MSIP_Label_c337be75-dfbb-4261-9834-ac247c7dde13_Name">
    <vt:lpwstr>Algemeen</vt:lpwstr>
  </property>
  <property fmtid="{D5CDD505-2E9C-101B-9397-08002B2CF9AE}" pid="10" name="MSIP_Label_c337be75-dfbb-4261-9834-ac247c7dde13_SetDate">
    <vt:lpwstr>2024-04-30T07:33:52Z</vt:lpwstr>
  </property>
  <property fmtid="{D5CDD505-2E9C-101B-9397-08002B2CF9AE}" pid="11" name="MSIP_Label_c337be75-dfbb-4261-9834-ac247c7dde13_SiteId">
    <vt:lpwstr>77d33cc5-c9b4-4766-95c7-ed5b515e1cce</vt:lpwstr>
  </property>
  <property fmtid="{D5CDD505-2E9C-101B-9397-08002B2CF9AE}" pid="12" name="Producer">
    <vt:lpwstr>Microsoft® PowerPoint® voor Microsoft 365</vt:lpwstr>
  </property>
  <property fmtid="{D5CDD505-2E9C-101B-9397-08002B2CF9AE}" pid="13" name="ContentTypeId">
    <vt:lpwstr>0x0101001A307FBA45E73B4C8D5201D6E93AE7FF</vt:lpwstr>
  </property>
  <property fmtid="{D5CDD505-2E9C-101B-9397-08002B2CF9AE}" pid="14" name="MediaServiceImageTags">
    <vt:lpwstr/>
  </property>
</Properties>
</file>