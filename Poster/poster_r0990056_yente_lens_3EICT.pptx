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Lst>
  <p:sldIdLst>
    <p:sldId id="259" r:id="rId5"/>
  </p:sldIdLst>
  <p:sldSz cx="14224000" cy="20104100"/>
  <p:notesSz cx="14224000" cy="201041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E37251-2470-499F-84EC-10A2249EA8EA}" v="1" dt="2025-05-08T09:50:04.861"/>
    <p1510:client id="{4E584840-EEC5-0E9F-3211-967E0C1FE0B4}" v="5" dt="2025-05-08T09:45:48.896"/>
    <p1510:client id="{AE70C358-8DD7-7E5D-4F77-1A8327C75F51}" v="5" dt="2025-05-08T09:42:31.3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33" autoAdjust="0"/>
  </p:normalViewPr>
  <p:slideViewPr>
    <p:cSldViewPr>
      <p:cViewPr>
        <p:scale>
          <a:sx n="66" d="100"/>
          <a:sy n="66" d="100"/>
        </p:scale>
        <p:origin x="1854" y="-22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bg>
      <p:bgPr>
        <a:solidFill>
          <a:schemeClr val="bg1"/>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3" hasCustomPrompt="1"/>
          </p:nvPr>
        </p:nvSpPr>
        <p:spPr>
          <a:xfrm>
            <a:off x="0" y="2197861"/>
            <a:ext cx="14224000" cy="2451460"/>
          </a:xfrm>
        </p:spPr>
        <p:txBody>
          <a:bodyPr wrap="square" lIns="1440000" tIns="360000" rIns="1440000" bIns="648000" anchor="ctr" anchorCtr="0">
            <a:normAutofit/>
          </a:bodyPr>
          <a:lstStyle>
            <a:lvl1pPr marL="0" indent="0" algn="l">
              <a:lnSpc>
                <a:spcPct val="90000"/>
              </a:lnSpc>
              <a:spcBef>
                <a:spcPts val="0"/>
              </a:spcBef>
              <a:buNone/>
              <a:defRPr sz="4132" b="1" cap="none" baseline="0">
                <a:solidFill>
                  <a:srgbClr val="FA6432"/>
                </a:solidFill>
                <a:latin typeface="Arial" pitchFamily="34" charset="0"/>
                <a:cs typeface="Arial" pitchFamily="34" charset="0"/>
              </a:defRPr>
            </a:lvl1pPr>
            <a:lvl2pPr marL="0" indent="0" algn="l">
              <a:lnSpc>
                <a:spcPct val="90000"/>
              </a:lnSpc>
              <a:spcBef>
                <a:spcPts val="845"/>
              </a:spcBef>
              <a:buFontTx/>
              <a:buNone/>
              <a:defRPr sz="2254" b="1">
                <a:latin typeface="Arial" pitchFamily="34" charset="0"/>
                <a:cs typeface="Arial" pitchFamily="34" charset="0"/>
              </a:defRPr>
            </a:lvl2pPr>
            <a:lvl3pPr marL="0" indent="0" algn="l">
              <a:spcBef>
                <a:spcPts val="1127"/>
              </a:spcBef>
              <a:buFontTx/>
              <a:buNone/>
              <a:defRPr sz="1691" b="0" i="1">
                <a:solidFill>
                  <a:schemeClr val="tx1">
                    <a:lumMod val="50000"/>
                    <a:lumOff val="50000"/>
                  </a:schemeClr>
                </a:solidFill>
                <a:latin typeface="Arial" pitchFamily="34" charset="0"/>
                <a:cs typeface="Arial" pitchFamily="34" charset="0"/>
              </a:defRPr>
            </a:lvl3pPr>
            <a:lvl4pPr marL="0" indent="0">
              <a:defRPr sz="5635" b="0">
                <a:latin typeface="Arial" pitchFamily="34" charset="0"/>
                <a:cs typeface="Arial" pitchFamily="34" charset="0"/>
              </a:defRPr>
            </a:lvl4pPr>
            <a:lvl5pPr marL="0" indent="0">
              <a:defRPr sz="5635" b="0">
                <a:latin typeface="Arial" pitchFamily="34" charset="0"/>
                <a:cs typeface="Arial" pitchFamily="34" charset="0"/>
              </a:defRPr>
            </a:lvl5pPr>
          </a:lstStyle>
          <a:p>
            <a:pPr lvl="0"/>
            <a:r>
              <a:rPr lang="en-US" dirty="0" err="1"/>
              <a:t>Titel</a:t>
            </a:r>
            <a:endParaRPr lang="en-US" dirty="0"/>
          </a:p>
          <a:p>
            <a:pPr lvl="1"/>
            <a:r>
              <a:rPr lang="en-US" dirty="0" err="1"/>
              <a:t>Ondertitel</a:t>
            </a:r>
            <a:endParaRPr lang="en-US" dirty="0"/>
          </a:p>
        </p:txBody>
      </p:sp>
      <p:sp>
        <p:nvSpPr>
          <p:cNvPr id="53" name="Tijdelijke aanduiding voor tekst 52"/>
          <p:cNvSpPr>
            <a:spLocks noGrp="1"/>
          </p:cNvSpPr>
          <p:nvPr>
            <p:ph type="body" sz="quarter" idx="60" hasCustomPrompt="1"/>
          </p:nvPr>
        </p:nvSpPr>
        <p:spPr>
          <a:xfrm>
            <a:off x="4880536" y="752374"/>
            <a:ext cx="9301038" cy="980693"/>
          </a:xfrm>
        </p:spPr>
        <p:txBody>
          <a:bodyPr lIns="0" tIns="0" rIns="1440000" bIns="0" anchor="b" anchorCtr="0">
            <a:normAutofit/>
          </a:bodyPr>
          <a:lstStyle>
            <a:lvl1pPr marL="0" indent="0" algn="r">
              <a:spcBef>
                <a:spcPts val="0"/>
              </a:spcBef>
              <a:spcAft>
                <a:spcPts val="0"/>
              </a:spcAft>
              <a:buFontTx/>
              <a:buNone/>
              <a:defRPr sz="1972" cap="none" baseline="0">
                <a:solidFill>
                  <a:schemeClr val="bg1"/>
                </a:solidFill>
                <a:latin typeface="Arial" pitchFamily="34" charset="0"/>
                <a:cs typeface="Arial" pitchFamily="34" charset="0"/>
              </a:defRPr>
            </a:lvl1pPr>
          </a:lstStyle>
          <a:p>
            <a:pPr lvl="0"/>
            <a:r>
              <a:rPr lang="nl-NL" dirty="0"/>
              <a:t>[Namen onderzoekers]</a:t>
            </a:r>
          </a:p>
        </p:txBody>
      </p:sp>
      <p:sp>
        <p:nvSpPr>
          <p:cNvPr id="17" name="Tijdelijke aanduiding voor tekst 52"/>
          <p:cNvSpPr>
            <a:spLocks noGrp="1"/>
          </p:cNvSpPr>
          <p:nvPr>
            <p:ph type="body" sz="quarter" idx="65" hasCustomPrompt="1"/>
          </p:nvPr>
        </p:nvSpPr>
        <p:spPr>
          <a:xfrm>
            <a:off x="2140465" y="18743020"/>
            <a:ext cx="6662820" cy="1361080"/>
          </a:xfrm>
        </p:spPr>
        <p:txBody>
          <a:bodyPr lIns="0" tIns="360000" rIns="0" bIns="360000" anchor="ctr" anchorCtr="0">
            <a:normAutofit/>
          </a:bodyPr>
          <a:lstStyle>
            <a:lvl1pPr marL="0" indent="0" algn="l">
              <a:spcBef>
                <a:spcPts val="0"/>
              </a:spcBef>
              <a:spcAft>
                <a:spcPts val="0"/>
              </a:spcAft>
              <a:buFontTx/>
              <a:buNone/>
              <a:defRPr sz="1503" b="0" cap="none" baseline="0">
                <a:solidFill>
                  <a:schemeClr val="bg1"/>
                </a:solidFill>
                <a:latin typeface="Arial" pitchFamily="34" charset="0"/>
                <a:cs typeface="Arial" pitchFamily="34" charset="0"/>
              </a:defRPr>
            </a:lvl1pPr>
          </a:lstStyle>
          <a:p>
            <a:pPr lvl="0"/>
            <a:r>
              <a:rPr lang="nl-NL" dirty="0"/>
              <a:t>[Contactgegevens]</a:t>
            </a:r>
          </a:p>
        </p:txBody>
      </p:sp>
      <p:sp>
        <p:nvSpPr>
          <p:cNvPr id="24" name="Tijdelijke aanduiding voor afbeelding 23"/>
          <p:cNvSpPr>
            <a:spLocks noGrp="1"/>
          </p:cNvSpPr>
          <p:nvPr>
            <p:ph type="pic" sz="quarter" idx="66"/>
          </p:nvPr>
        </p:nvSpPr>
        <p:spPr>
          <a:xfrm>
            <a:off x="676439" y="18168262"/>
            <a:ext cx="1183768" cy="1183464"/>
          </a:xfrm>
        </p:spPr>
        <p:txBody>
          <a:bodyPr>
            <a:normAutofit/>
          </a:bodyPr>
          <a:lstStyle>
            <a:lvl1pPr algn="l">
              <a:defRPr sz="564">
                <a:latin typeface="Arial" pitchFamily="34" charset="0"/>
                <a:cs typeface="Arial" pitchFamily="34" charset="0"/>
              </a:defRPr>
            </a:lvl1pPr>
          </a:lstStyle>
          <a:p>
            <a:r>
              <a:rPr lang="nl-NL"/>
              <a:t>Klik op het pictogram als u een afbeelding wilt toevoegen</a:t>
            </a:r>
            <a:endParaRPr lang="nl-BE" dirty="0"/>
          </a:p>
        </p:txBody>
      </p:sp>
      <p:sp>
        <p:nvSpPr>
          <p:cNvPr id="26" name="Tijdelijke aanduiding voor tekst 25"/>
          <p:cNvSpPr>
            <a:spLocks noGrp="1"/>
          </p:cNvSpPr>
          <p:nvPr>
            <p:ph type="body" sz="quarter" idx="67"/>
          </p:nvPr>
        </p:nvSpPr>
        <p:spPr>
          <a:xfrm>
            <a:off x="676439" y="7479490"/>
            <a:ext cx="6172507" cy="2046257"/>
          </a:xfrm>
          <a:ln w="19050">
            <a:solidFill>
              <a:srgbClr val="00283C"/>
            </a:solidFill>
          </a:ln>
        </p:spPr>
        <p:txBody>
          <a:bodyPr lIns="360000" tIns="288000" rIns="360000" bIns="288000">
            <a:spAutoFit/>
          </a:bodyPr>
          <a:lstStyle>
            <a:lvl1pPr>
              <a:spcBef>
                <a:spcPts val="0"/>
              </a:spcBef>
              <a:spcAft>
                <a:spcPts val="564"/>
              </a:spcAft>
              <a:buFont typeface="Arial" pitchFamily="34" charset="0"/>
              <a:buNone/>
              <a:defRPr sz="1503" b="1" cap="all" baseline="0">
                <a:solidFill>
                  <a:srgbClr val="FA6432"/>
                </a:solidFill>
                <a:latin typeface="Arial" pitchFamily="34" charset="0"/>
                <a:cs typeface="Arial" pitchFamily="34" charset="0"/>
              </a:defRPr>
            </a:lvl1pPr>
            <a:lvl2pPr marL="0" indent="-202867">
              <a:spcBef>
                <a:spcPts val="0"/>
              </a:spcBef>
              <a:buFont typeface="Arial" pitchFamily="34" charset="0"/>
              <a:buNone/>
              <a:defRPr lang="nl-NL" sz="1503" kern="1200" dirty="0" smtClean="0">
                <a:solidFill>
                  <a:schemeClr val="tx1"/>
                </a:solidFill>
                <a:latin typeface="Arial" pitchFamily="34" charset="0"/>
                <a:ea typeface="+mn-ea"/>
                <a:cs typeface="Arial" pitchFamily="34" charset="0"/>
              </a:defRPr>
            </a:lvl2pPr>
            <a:lvl3pPr>
              <a:spcBef>
                <a:spcPts val="0"/>
              </a:spcBef>
              <a:defRPr sz="1503">
                <a:latin typeface="Arial" pitchFamily="34" charset="0"/>
                <a:cs typeface="Arial" pitchFamily="34" charset="0"/>
              </a:defRPr>
            </a:lvl3pPr>
            <a:lvl4pPr marL="405734" indent="-202867">
              <a:spcBef>
                <a:spcPts val="0"/>
              </a:spcBef>
              <a:defRPr sz="1503">
                <a:latin typeface="Arial" pitchFamily="34" charset="0"/>
                <a:cs typeface="Arial" pitchFamily="34" charset="0"/>
              </a:defRPr>
            </a:lvl4pPr>
            <a:lvl5pPr marL="608602" indent="-202867">
              <a:spcBef>
                <a:spcPts val="0"/>
              </a:spcBef>
              <a:defRPr sz="1503">
                <a:latin typeface="Arial" pitchFamily="34" charset="0"/>
                <a:cs typeface="Arial" pitchFamily="34" charset="0"/>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8" name="Text Placeholder 18"/>
          <p:cNvSpPr>
            <a:spLocks noGrp="1"/>
          </p:cNvSpPr>
          <p:nvPr>
            <p:ph type="body" sz="quarter" idx="56"/>
          </p:nvPr>
        </p:nvSpPr>
        <p:spPr>
          <a:xfrm>
            <a:off x="676439" y="7143788"/>
            <a:ext cx="6172507" cy="338132"/>
          </a:xfrm>
          <a:prstGeom prst="round2SameRect">
            <a:avLst/>
          </a:prstGeom>
          <a:solidFill>
            <a:srgbClr val="00283C"/>
          </a:solidFill>
          <a:ln w="19050">
            <a:solidFill>
              <a:srgbClr val="00283C"/>
            </a:solidFill>
          </a:ln>
        </p:spPr>
        <p:txBody>
          <a:bodyPr lIns="360000" tIns="0" rIns="360000" bIns="0" anchor="ctr" anchorCtr="0">
            <a:noAutofit/>
          </a:bodyPr>
          <a:lstStyle>
            <a:lvl1pPr marL="0" indent="0">
              <a:lnSpc>
                <a:spcPct val="100000"/>
              </a:lnSpc>
              <a:spcBef>
                <a:spcPts val="0"/>
              </a:spcBef>
              <a:buFontTx/>
              <a:buNone/>
              <a:defRPr sz="1503" b="1" cap="all" baseline="0">
                <a:solidFill>
                  <a:schemeClr val="bg1"/>
                </a:solidFill>
                <a:latin typeface="Arial" pitchFamily="34" charset="0"/>
                <a:cs typeface="Arial" pitchFamily="34" charset="0"/>
              </a:defRPr>
            </a:lvl1pPr>
          </a:lstStyle>
          <a:p>
            <a:pPr lvl="0"/>
            <a:r>
              <a:rPr lang="nl-NL"/>
              <a:t>Klikken om de tekststijl van het model te bewerken</a:t>
            </a:r>
          </a:p>
        </p:txBody>
      </p:sp>
      <p:sp>
        <p:nvSpPr>
          <p:cNvPr id="29" name="Tijdelijke aanduiding voor tekst 25"/>
          <p:cNvSpPr>
            <a:spLocks noGrp="1"/>
          </p:cNvSpPr>
          <p:nvPr>
            <p:ph type="body" sz="quarter" idx="68"/>
          </p:nvPr>
        </p:nvSpPr>
        <p:spPr>
          <a:xfrm>
            <a:off x="7373187" y="7479490"/>
            <a:ext cx="6172507" cy="2046257"/>
          </a:xfrm>
          <a:ln w="19050">
            <a:solidFill>
              <a:srgbClr val="00283C"/>
            </a:solidFill>
          </a:ln>
        </p:spPr>
        <p:txBody>
          <a:bodyPr lIns="360000" tIns="288000" rIns="360000" bIns="288000">
            <a:spAutoFit/>
          </a:bodyPr>
          <a:lstStyle>
            <a:lvl1pPr>
              <a:spcBef>
                <a:spcPts val="0"/>
              </a:spcBef>
              <a:spcAft>
                <a:spcPts val="564"/>
              </a:spcAft>
              <a:buFont typeface="Arial" pitchFamily="34" charset="0"/>
              <a:buNone/>
              <a:defRPr sz="1503" b="1" cap="all" baseline="0">
                <a:solidFill>
                  <a:srgbClr val="FA6432"/>
                </a:solidFill>
                <a:latin typeface="Arial" pitchFamily="34" charset="0"/>
                <a:cs typeface="Arial" pitchFamily="34" charset="0"/>
              </a:defRPr>
            </a:lvl1pPr>
            <a:lvl2pPr marL="0" indent="-202867">
              <a:spcBef>
                <a:spcPts val="0"/>
              </a:spcBef>
              <a:buFont typeface="Arial" pitchFamily="34" charset="0"/>
              <a:buNone/>
              <a:defRPr lang="nl-NL" sz="1503" kern="1200" dirty="0" smtClean="0">
                <a:solidFill>
                  <a:schemeClr val="tx1"/>
                </a:solidFill>
                <a:latin typeface="Arial" pitchFamily="34" charset="0"/>
                <a:ea typeface="+mn-ea"/>
                <a:cs typeface="Arial" pitchFamily="34" charset="0"/>
              </a:defRPr>
            </a:lvl2pPr>
            <a:lvl3pPr>
              <a:spcBef>
                <a:spcPts val="0"/>
              </a:spcBef>
              <a:defRPr sz="1503">
                <a:latin typeface="Arial" pitchFamily="34" charset="0"/>
                <a:cs typeface="Arial" pitchFamily="34" charset="0"/>
              </a:defRPr>
            </a:lvl3pPr>
            <a:lvl4pPr marL="405734" indent="-202867">
              <a:spcBef>
                <a:spcPts val="0"/>
              </a:spcBef>
              <a:defRPr sz="1503">
                <a:latin typeface="Arial" pitchFamily="34" charset="0"/>
                <a:cs typeface="Arial" pitchFamily="34" charset="0"/>
              </a:defRPr>
            </a:lvl4pPr>
            <a:lvl5pPr marL="608602" indent="-202867">
              <a:spcBef>
                <a:spcPts val="0"/>
              </a:spcBef>
              <a:defRPr sz="1503">
                <a:latin typeface="Arial" pitchFamily="34" charset="0"/>
                <a:cs typeface="Arial" pitchFamily="34" charset="0"/>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50" name="Text Placeholder 18"/>
          <p:cNvSpPr>
            <a:spLocks noGrp="1"/>
          </p:cNvSpPr>
          <p:nvPr>
            <p:ph type="body" sz="quarter" idx="58"/>
          </p:nvPr>
        </p:nvSpPr>
        <p:spPr>
          <a:xfrm>
            <a:off x="7373187" y="7143788"/>
            <a:ext cx="6172507" cy="338132"/>
          </a:xfrm>
          <a:prstGeom prst="round2SameRect">
            <a:avLst/>
          </a:prstGeom>
          <a:solidFill>
            <a:srgbClr val="00283C"/>
          </a:solidFill>
          <a:ln w="19050">
            <a:solidFill>
              <a:srgbClr val="00283C"/>
            </a:solidFill>
          </a:ln>
        </p:spPr>
        <p:txBody>
          <a:bodyPr lIns="360000" tIns="0" rIns="360000" bIns="0" anchor="ctr" anchorCtr="0">
            <a:noAutofit/>
          </a:bodyPr>
          <a:lstStyle>
            <a:lvl1pPr marL="0" indent="0">
              <a:lnSpc>
                <a:spcPct val="100000"/>
              </a:lnSpc>
              <a:spcBef>
                <a:spcPts val="0"/>
              </a:spcBef>
              <a:buFontTx/>
              <a:buNone/>
              <a:defRPr sz="1503" b="1" cap="all" baseline="0">
                <a:solidFill>
                  <a:schemeClr val="bg1"/>
                </a:solidFill>
                <a:latin typeface="Arial" pitchFamily="34" charset="0"/>
                <a:cs typeface="Arial" pitchFamily="34" charset="0"/>
              </a:defRPr>
            </a:lvl1pPr>
          </a:lstStyle>
          <a:p>
            <a:pPr lvl="0"/>
            <a:r>
              <a:rPr lang="nl-NL" dirty="0"/>
              <a:t>Klikken om de tekststijl van het model te bewerken</a:t>
            </a:r>
          </a:p>
        </p:txBody>
      </p:sp>
      <p:sp>
        <p:nvSpPr>
          <p:cNvPr id="30" name="Tijdelijke aanduiding voor tekst 25"/>
          <p:cNvSpPr>
            <a:spLocks noGrp="1"/>
          </p:cNvSpPr>
          <p:nvPr>
            <p:ph type="body" sz="quarter" idx="69"/>
          </p:nvPr>
        </p:nvSpPr>
        <p:spPr>
          <a:xfrm>
            <a:off x="676439" y="5012814"/>
            <a:ext cx="12869254" cy="1814976"/>
          </a:xfrm>
          <a:ln w="19050">
            <a:solidFill>
              <a:srgbClr val="00283C"/>
            </a:solidFill>
          </a:ln>
        </p:spPr>
        <p:txBody>
          <a:bodyPr lIns="360000" tIns="288000" rIns="360000" bIns="288000">
            <a:spAutoFit/>
          </a:bodyPr>
          <a:lstStyle>
            <a:lvl1pPr marL="0" indent="0">
              <a:spcBef>
                <a:spcPts val="0"/>
              </a:spcBef>
              <a:spcAft>
                <a:spcPts val="564"/>
              </a:spcAft>
              <a:buFont typeface="Arial" pitchFamily="34" charset="0"/>
              <a:buNone/>
              <a:tabLst>
                <a:tab pos="202867" algn="l"/>
              </a:tabLst>
              <a:defRPr sz="1503" b="1" cap="all" baseline="0">
                <a:solidFill>
                  <a:srgbClr val="FA6432"/>
                </a:solidFill>
                <a:latin typeface="Arial" pitchFamily="34" charset="0"/>
                <a:cs typeface="Arial" pitchFamily="34" charset="0"/>
              </a:defRPr>
            </a:lvl1pPr>
            <a:lvl2pPr marL="0" indent="-202867" defTabSz="202867">
              <a:spcBef>
                <a:spcPts val="0"/>
              </a:spcBef>
              <a:buFont typeface="Arial" pitchFamily="34" charset="0"/>
              <a:buNone/>
              <a:tabLst>
                <a:tab pos="202867" algn="l"/>
              </a:tabLst>
              <a:defRPr lang="nl-NL" sz="1503" kern="1200" dirty="0" smtClean="0">
                <a:solidFill>
                  <a:schemeClr val="tx1"/>
                </a:solidFill>
                <a:latin typeface="Arial" pitchFamily="34" charset="0"/>
                <a:ea typeface="+mn-ea"/>
                <a:cs typeface="Arial" pitchFamily="34" charset="0"/>
              </a:defRPr>
            </a:lvl2pPr>
            <a:lvl3pPr>
              <a:spcBef>
                <a:spcPts val="0"/>
              </a:spcBef>
              <a:defRPr sz="1503">
                <a:latin typeface="Arial" pitchFamily="34" charset="0"/>
                <a:cs typeface="Arial" pitchFamily="34" charset="0"/>
              </a:defRPr>
            </a:lvl3pPr>
            <a:lvl4pPr marL="405734" indent="-202867">
              <a:spcBef>
                <a:spcPts val="0"/>
              </a:spcBef>
              <a:tabLst>
                <a:tab pos="202867" algn="l"/>
              </a:tabLst>
              <a:defRPr sz="1503">
                <a:latin typeface="Arial" pitchFamily="34" charset="0"/>
                <a:cs typeface="Arial" pitchFamily="34" charset="0"/>
              </a:defRPr>
            </a:lvl4pPr>
            <a:lvl5pPr marL="608602" indent="-202867">
              <a:spcBef>
                <a:spcPts val="0"/>
              </a:spcBef>
              <a:tabLst>
                <a:tab pos="202867" algn="l"/>
              </a:tabLst>
              <a:defRPr sz="1503">
                <a:latin typeface="Arial" pitchFamily="34" charset="0"/>
                <a:cs typeface="Arial" pitchFamily="34" charset="0"/>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27" name="Text Placeholder 18"/>
          <p:cNvSpPr>
            <a:spLocks noGrp="1"/>
          </p:cNvSpPr>
          <p:nvPr>
            <p:ph type="body" sz="quarter" idx="20"/>
          </p:nvPr>
        </p:nvSpPr>
        <p:spPr>
          <a:xfrm>
            <a:off x="676439" y="4675146"/>
            <a:ext cx="12869254" cy="338132"/>
          </a:xfrm>
          <a:prstGeom prst="round2SameRect">
            <a:avLst/>
          </a:prstGeom>
          <a:solidFill>
            <a:srgbClr val="00283C"/>
          </a:solidFill>
          <a:ln w="19050">
            <a:solidFill>
              <a:srgbClr val="00283C"/>
            </a:solidFill>
          </a:ln>
        </p:spPr>
        <p:txBody>
          <a:bodyPr lIns="360000" tIns="0" rIns="360000" bIns="0" anchor="ctr" anchorCtr="0">
            <a:noAutofit/>
          </a:bodyPr>
          <a:lstStyle>
            <a:lvl1pPr marL="0" indent="0">
              <a:lnSpc>
                <a:spcPct val="100000"/>
              </a:lnSpc>
              <a:spcBef>
                <a:spcPts val="0"/>
              </a:spcBef>
              <a:buFontTx/>
              <a:buNone/>
              <a:defRPr sz="1503" b="1" cap="all" baseline="0">
                <a:solidFill>
                  <a:schemeClr val="bg1"/>
                </a:solidFill>
                <a:latin typeface="Arial" pitchFamily="34" charset="0"/>
                <a:cs typeface="Arial" pitchFamily="34" charset="0"/>
              </a:defRPr>
            </a:lvl1pPr>
          </a:lstStyle>
          <a:p>
            <a:pPr lvl="0"/>
            <a:r>
              <a:rPr lang="nl-NL"/>
              <a:t>Klikken om de tekststijl van het model te bewerken</a:t>
            </a:r>
          </a:p>
        </p:txBody>
      </p:sp>
      <p:sp>
        <p:nvSpPr>
          <p:cNvPr id="31" name="Tijdelijke aanduiding voor tekst 25"/>
          <p:cNvSpPr>
            <a:spLocks noGrp="1"/>
          </p:cNvSpPr>
          <p:nvPr>
            <p:ph type="body" sz="quarter" idx="70"/>
          </p:nvPr>
        </p:nvSpPr>
        <p:spPr>
          <a:xfrm>
            <a:off x="676439" y="9985052"/>
            <a:ext cx="12869254" cy="1814976"/>
          </a:xfrm>
          <a:ln w="19050">
            <a:solidFill>
              <a:srgbClr val="00283C"/>
            </a:solidFill>
          </a:ln>
        </p:spPr>
        <p:txBody>
          <a:bodyPr lIns="360000" tIns="288000" rIns="360000" bIns="288000">
            <a:spAutoFit/>
          </a:bodyPr>
          <a:lstStyle>
            <a:lvl1pPr>
              <a:spcBef>
                <a:spcPts val="0"/>
              </a:spcBef>
              <a:spcAft>
                <a:spcPts val="564"/>
              </a:spcAft>
              <a:buFont typeface="Arial" pitchFamily="34" charset="0"/>
              <a:buNone/>
              <a:defRPr sz="1503" b="1" cap="all" baseline="0">
                <a:solidFill>
                  <a:srgbClr val="FA6432"/>
                </a:solidFill>
                <a:latin typeface="Arial" pitchFamily="34" charset="0"/>
                <a:cs typeface="Arial" pitchFamily="34" charset="0"/>
              </a:defRPr>
            </a:lvl1pPr>
            <a:lvl2pPr marL="0" indent="-202867">
              <a:spcBef>
                <a:spcPts val="0"/>
              </a:spcBef>
              <a:buFont typeface="Arial" pitchFamily="34" charset="0"/>
              <a:buNone/>
              <a:defRPr lang="nl-NL" sz="1503" kern="1200" dirty="0" smtClean="0">
                <a:solidFill>
                  <a:schemeClr val="tx1"/>
                </a:solidFill>
                <a:latin typeface="Arial" pitchFamily="34" charset="0"/>
                <a:ea typeface="+mn-ea"/>
                <a:cs typeface="Arial" pitchFamily="34" charset="0"/>
              </a:defRPr>
            </a:lvl2pPr>
            <a:lvl3pPr>
              <a:spcBef>
                <a:spcPts val="0"/>
              </a:spcBef>
              <a:defRPr sz="1503">
                <a:latin typeface="Arial" pitchFamily="34" charset="0"/>
                <a:cs typeface="Arial" pitchFamily="34" charset="0"/>
              </a:defRPr>
            </a:lvl3pPr>
            <a:lvl4pPr marL="405734" indent="-202867">
              <a:spcBef>
                <a:spcPts val="0"/>
              </a:spcBef>
              <a:defRPr sz="1503">
                <a:latin typeface="Arial" pitchFamily="34" charset="0"/>
                <a:cs typeface="Arial" pitchFamily="34" charset="0"/>
              </a:defRPr>
            </a:lvl4pPr>
            <a:lvl5pPr marL="608602" indent="-202867">
              <a:spcBef>
                <a:spcPts val="0"/>
              </a:spcBef>
              <a:defRPr sz="1503">
                <a:latin typeface="Arial" pitchFamily="34" charset="0"/>
                <a:cs typeface="Arial" pitchFamily="34" charset="0"/>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54" name="Text Placeholder 18"/>
          <p:cNvSpPr>
            <a:spLocks noGrp="1"/>
          </p:cNvSpPr>
          <p:nvPr>
            <p:ph type="body" sz="quarter" idx="61"/>
          </p:nvPr>
        </p:nvSpPr>
        <p:spPr>
          <a:xfrm>
            <a:off x="676439" y="9646246"/>
            <a:ext cx="12869254" cy="338132"/>
          </a:xfrm>
          <a:prstGeom prst="round2SameRect">
            <a:avLst/>
          </a:prstGeom>
          <a:solidFill>
            <a:srgbClr val="00283C"/>
          </a:solidFill>
          <a:ln w="19050">
            <a:solidFill>
              <a:srgbClr val="00283C"/>
            </a:solidFill>
          </a:ln>
        </p:spPr>
        <p:txBody>
          <a:bodyPr lIns="360000" tIns="0" rIns="360000" bIns="0" anchor="ctr" anchorCtr="0">
            <a:noAutofit/>
          </a:bodyPr>
          <a:lstStyle>
            <a:lvl1pPr marL="0" indent="0">
              <a:lnSpc>
                <a:spcPct val="100000"/>
              </a:lnSpc>
              <a:spcBef>
                <a:spcPts val="0"/>
              </a:spcBef>
              <a:buFontTx/>
              <a:buNone/>
              <a:defRPr sz="1503" b="1" cap="all" baseline="0">
                <a:solidFill>
                  <a:schemeClr val="bg1"/>
                </a:solidFill>
                <a:latin typeface="Arial" pitchFamily="34" charset="0"/>
                <a:cs typeface="Arial" pitchFamily="34" charset="0"/>
              </a:defRPr>
            </a:lvl1pPr>
          </a:lstStyle>
          <a:p>
            <a:pPr lvl="0"/>
            <a:r>
              <a:rPr lang="nl-NL" dirty="0"/>
              <a:t>Klikken om de tekststijl van het model te bewerken</a:t>
            </a:r>
          </a:p>
        </p:txBody>
      </p:sp>
      <p:sp>
        <p:nvSpPr>
          <p:cNvPr id="32" name="Tijdelijke aanduiding voor tekst 25"/>
          <p:cNvSpPr>
            <a:spLocks noGrp="1"/>
          </p:cNvSpPr>
          <p:nvPr>
            <p:ph type="body" sz="quarter" idx="71"/>
          </p:nvPr>
        </p:nvSpPr>
        <p:spPr>
          <a:xfrm>
            <a:off x="676439" y="12365504"/>
            <a:ext cx="12869254" cy="1814976"/>
          </a:xfrm>
          <a:ln w="19050">
            <a:solidFill>
              <a:srgbClr val="FA6432"/>
            </a:solidFill>
          </a:ln>
        </p:spPr>
        <p:txBody>
          <a:bodyPr lIns="360000" tIns="288000" rIns="360000" bIns="288000">
            <a:spAutoFit/>
          </a:bodyPr>
          <a:lstStyle>
            <a:lvl1pPr>
              <a:spcBef>
                <a:spcPts val="0"/>
              </a:spcBef>
              <a:spcAft>
                <a:spcPts val="564"/>
              </a:spcAft>
              <a:buFont typeface="Arial" pitchFamily="34" charset="0"/>
              <a:buNone/>
              <a:defRPr sz="1503" b="1" cap="all" baseline="0">
                <a:solidFill>
                  <a:srgbClr val="FA6432"/>
                </a:solidFill>
                <a:latin typeface="Arial" pitchFamily="34" charset="0"/>
                <a:cs typeface="Arial" pitchFamily="34" charset="0"/>
              </a:defRPr>
            </a:lvl1pPr>
            <a:lvl2pPr marL="0" indent="-202867">
              <a:spcBef>
                <a:spcPts val="0"/>
              </a:spcBef>
              <a:buFont typeface="Arial" pitchFamily="34" charset="0"/>
              <a:buNone/>
              <a:defRPr lang="nl-NL" sz="1503" kern="1200" dirty="0" smtClean="0">
                <a:solidFill>
                  <a:schemeClr val="tx1"/>
                </a:solidFill>
                <a:latin typeface="Arial" pitchFamily="34" charset="0"/>
                <a:ea typeface="+mn-ea"/>
                <a:cs typeface="Arial" pitchFamily="34" charset="0"/>
              </a:defRPr>
            </a:lvl2pPr>
            <a:lvl3pPr>
              <a:spcBef>
                <a:spcPts val="0"/>
              </a:spcBef>
              <a:defRPr sz="1503">
                <a:latin typeface="Arial" pitchFamily="34" charset="0"/>
                <a:cs typeface="Arial" pitchFamily="34" charset="0"/>
              </a:defRPr>
            </a:lvl3pPr>
            <a:lvl4pPr marL="405734" indent="-202867">
              <a:spcBef>
                <a:spcPts val="0"/>
              </a:spcBef>
              <a:defRPr sz="1503">
                <a:latin typeface="Arial" pitchFamily="34" charset="0"/>
                <a:cs typeface="Arial" pitchFamily="34" charset="0"/>
              </a:defRPr>
            </a:lvl4pPr>
            <a:lvl5pPr marL="608602" indent="-202867">
              <a:spcBef>
                <a:spcPts val="0"/>
              </a:spcBef>
              <a:defRPr sz="1503">
                <a:latin typeface="Arial" pitchFamily="34" charset="0"/>
                <a:cs typeface="Arial" pitchFamily="34" charset="0"/>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56" name="Text Placeholder 18"/>
          <p:cNvSpPr>
            <a:spLocks noGrp="1"/>
          </p:cNvSpPr>
          <p:nvPr>
            <p:ph type="body" sz="quarter" idx="63"/>
          </p:nvPr>
        </p:nvSpPr>
        <p:spPr>
          <a:xfrm>
            <a:off x="676439" y="12027186"/>
            <a:ext cx="12869254" cy="338132"/>
          </a:xfrm>
          <a:prstGeom prst="round2SameRect">
            <a:avLst/>
          </a:prstGeom>
          <a:solidFill>
            <a:srgbClr val="FA6432"/>
          </a:solidFill>
          <a:ln w="19050">
            <a:solidFill>
              <a:srgbClr val="FA6432"/>
            </a:solidFill>
          </a:ln>
        </p:spPr>
        <p:txBody>
          <a:bodyPr lIns="360000" tIns="0" rIns="360000" bIns="0" anchor="ctr" anchorCtr="0">
            <a:noAutofit/>
          </a:bodyPr>
          <a:lstStyle>
            <a:lvl1pPr marL="0" indent="0">
              <a:lnSpc>
                <a:spcPct val="100000"/>
              </a:lnSpc>
              <a:spcBef>
                <a:spcPts val="0"/>
              </a:spcBef>
              <a:buFontTx/>
              <a:buNone/>
              <a:defRPr sz="1503" b="1" cap="all" baseline="0">
                <a:solidFill>
                  <a:schemeClr val="bg1"/>
                </a:solidFill>
                <a:latin typeface="Arial" pitchFamily="34" charset="0"/>
                <a:cs typeface="Arial" pitchFamily="34" charset="0"/>
              </a:defRPr>
            </a:lvl1pPr>
          </a:lstStyle>
          <a:p>
            <a:pPr lvl="0"/>
            <a:r>
              <a:rPr lang="nl-NL" dirty="0"/>
              <a:t>Klikken om de tekststijl van het model te bewerken</a:t>
            </a:r>
          </a:p>
        </p:txBody>
      </p:sp>
    </p:spTree>
    <p:extLst>
      <p:ext uri="{BB962C8B-B14F-4D97-AF65-F5344CB8AC3E}">
        <p14:creationId xmlns:p14="http://schemas.microsoft.com/office/powerpoint/2010/main" val="13895365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1200" y="8056847"/>
            <a:ext cx="12801600" cy="9901888"/>
          </a:xfrm>
          <a:prstGeom prst="rect">
            <a:avLst/>
          </a:prstGeom>
        </p:spPr>
        <p:txBody>
          <a:bodyPr vert="horz" lIns="417643" tIns="208822" rIns="417643" bIns="208822"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Rectangle 6"/>
          <p:cNvSpPr/>
          <p:nvPr/>
        </p:nvSpPr>
        <p:spPr>
          <a:xfrm>
            <a:off x="0" y="0"/>
            <a:ext cx="14222133" cy="2197861"/>
          </a:xfrm>
          <a:prstGeom prst="rect">
            <a:avLst/>
          </a:prstGeom>
          <a:solidFill>
            <a:srgbClr val="FA6432"/>
          </a:solidFill>
          <a:ln>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4"/>
          <p:cNvSpPr/>
          <p:nvPr/>
        </p:nvSpPr>
        <p:spPr>
          <a:xfrm>
            <a:off x="0" y="18751570"/>
            <a:ext cx="14222133" cy="1352530"/>
          </a:xfrm>
          <a:prstGeom prst="rect">
            <a:avLst/>
          </a:prstGeom>
          <a:solidFill>
            <a:srgbClr val="FA6432"/>
          </a:solidFill>
          <a:ln>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Afbeelding 8" descr="ASSO_LOGO_CMYK.jpg"/>
          <p:cNvPicPr>
            <a:picLocks noChangeAspect="1"/>
          </p:cNvPicPr>
          <p:nvPr/>
        </p:nvPicPr>
        <p:blipFill>
          <a:blip r:embed="rId3" cstate="print"/>
          <a:stretch>
            <a:fillRect/>
          </a:stretch>
        </p:blipFill>
        <p:spPr>
          <a:xfrm>
            <a:off x="11118710" y="18235484"/>
            <a:ext cx="2386350" cy="1014397"/>
          </a:xfrm>
          <a:prstGeom prst="rect">
            <a:avLst/>
          </a:prstGeom>
        </p:spPr>
      </p:pic>
      <p:pic>
        <p:nvPicPr>
          <p:cNvPr id="4" name="Afbeelding 3" descr="Afbeelding met Lettertype, tekst, Graphics, logo&#10;&#10;Automatisch gegenereerde beschrijving">
            <a:extLst>
              <a:ext uri="{FF2B5EF4-FFF2-40B4-BE49-F238E27FC236}">
                <a16:creationId xmlns:a16="http://schemas.microsoft.com/office/drawing/2014/main" id="{FBD09DB9-015E-70F6-74AB-5A0DAFE7F0A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7371" y="458004"/>
            <a:ext cx="3365011" cy="1342697"/>
          </a:xfrm>
          <a:prstGeom prst="rect">
            <a:avLst/>
          </a:prstGeom>
        </p:spPr>
      </p:pic>
    </p:spTree>
    <p:extLst>
      <p:ext uri="{BB962C8B-B14F-4D97-AF65-F5344CB8AC3E}">
        <p14:creationId xmlns:p14="http://schemas.microsoft.com/office/powerpoint/2010/main" val="1292757284"/>
      </p:ext>
    </p:extLst>
  </p:cSld>
  <p:clrMap bg1="lt1" tx1="dk1" bg2="lt2" tx2="dk2" accent1="accent1" accent2="accent2" accent3="accent3" accent4="accent4" accent5="accent5" accent6="accent6" hlink="hlink" folHlink="folHlink"/>
  <p:sldLayoutIdLst>
    <p:sldLayoutId id="2147483667" r:id="rId1"/>
  </p:sldLayoutIdLst>
  <p:txStyles>
    <p:titleStyle>
      <a:lvl1pPr algn="ctr" defTabSz="1961252" rtl="0" eaLnBrk="1" latinLnBrk="0" hangingPunct="1">
        <a:spcBef>
          <a:spcPct val="0"/>
        </a:spcBef>
        <a:buNone/>
        <a:defRPr sz="5635" b="1" kern="1200">
          <a:solidFill>
            <a:schemeClr val="tx1"/>
          </a:solidFill>
          <a:latin typeface="Arial" pitchFamily="34" charset="0"/>
          <a:ea typeface="+mj-ea"/>
          <a:cs typeface="Arial" pitchFamily="34" charset="0"/>
        </a:defRPr>
      </a:lvl1pPr>
    </p:titleStyle>
    <p:bodyStyle>
      <a:lvl1pPr marL="0" indent="0" algn="l" defTabSz="202867" rtl="0" eaLnBrk="1" latinLnBrk="0" hangingPunct="1">
        <a:spcBef>
          <a:spcPts val="0"/>
        </a:spcBef>
        <a:spcAft>
          <a:spcPts val="564"/>
        </a:spcAft>
        <a:buFont typeface="Arial" pitchFamily="34" charset="0"/>
        <a:buNone/>
        <a:tabLst>
          <a:tab pos="202867" algn="l"/>
        </a:tabLst>
        <a:defRPr sz="1503" b="1" kern="1200" cap="all" baseline="0">
          <a:solidFill>
            <a:srgbClr val="F04C25"/>
          </a:solidFill>
          <a:latin typeface="Arial" pitchFamily="34" charset="0"/>
          <a:ea typeface="+mn-ea"/>
          <a:cs typeface="Arial" pitchFamily="34" charset="0"/>
        </a:defRPr>
      </a:lvl1pPr>
      <a:lvl2pPr marL="0" indent="0" algn="l" defTabSz="202867" rtl="0" eaLnBrk="1" latinLnBrk="0" hangingPunct="1">
        <a:spcBef>
          <a:spcPts val="0"/>
        </a:spcBef>
        <a:buFont typeface="Arial" pitchFamily="34" charset="0"/>
        <a:buNone/>
        <a:tabLst>
          <a:tab pos="202867" algn="l"/>
        </a:tabLst>
        <a:defRPr sz="1503" kern="120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p:bodyStyle>
    <p:otherStyle>
      <a:defPPr>
        <a:defRPr lang="en-US"/>
      </a:defPPr>
      <a:lvl1pPr marL="0" algn="l" defTabSz="1961252" rtl="0" eaLnBrk="1" latinLnBrk="0" hangingPunct="1">
        <a:defRPr sz="3851" kern="1200">
          <a:solidFill>
            <a:schemeClr val="tx1"/>
          </a:solidFill>
          <a:latin typeface="+mn-lt"/>
          <a:ea typeface="+mn-ea"/>
          <a:cs typeface="+mn-cs"/>
        </a:defRPr>
      </a:lvl1pPr>
      <a:lvl2pPr marL="980626" algn="l" defTabSz="1961252" rtl="0" eaLnBrk="1" latinLnBrk="0" hangingPunct="1">
        <a:defRPr sz="3851" kern="1200">
          <a:solidFill>
            <a:schemeClr val="tx1"/>
          </a:solidFill>
          <a:latin typeface="+mn-lt"/>
          <a:ea typeface="+mn-ea"/>
          <a:cs typeface="+mn-cs"/>
        </a:defRPr>
      </a:lvl2pPr>
      <a:lvl3pPr marL="1961252" algn="l" defTabSz="1961252" rtl="0" eaLnBrk="1" latinLnBrk="0" hangingPunct="1">
        <a:defRPr sz="3851" kern="1200">
          <a:solidFill>
            <a:schemeClr val="tx1"/>
          </a:solidFill>
          <a:latin typeface="+mn-lt"/>
          <a:ea typeface="+mn-ea"/>
          <a:cs typeface="+mn-cs"/>
        </a:defRPr>
      </a:lvl3pPr>
      <a:lvl4pPr marL="2941878" algn="l" defTabSz="1961252" rtl="0" eaLnBrk="1" latinLnBrk="0" hangingPunct="1">
        <a:defRPr sz="3851" kern="1200">
          <a:solidFill>
            <a:schemeClr val="tx1"/>
          </a:solidFill>
          <a:latin typeface="+mn-lt"/>
          <a:ea typeface="+mn-ea"/>
          <a:cs typeface="+mn-cs"/>
        </a:defRPr>
      </a:lvl4pPr>
      <a:lvl5pPr marL="3922504" algn="l" defTabSz="1961252" rtl="0" eaLnBrk="1" latinLnBrk="0" hangingPunct="1">
        <a:defRPr sz="3851" kern="1200">
          <a:solidFill>
            <a:schemeClr val="tx1"/>
          </a:solidFill>
          <a:latin typeface="+mn-lt"/>
          <a:ea typeface="+mn-ea"/>
          <a:cs typeface="+mn-cs"/>
        </a:defRPr>
      </a:lvl5pPr>
      <a:lvl6pPr marL="4903129" algn="l" defTabSz="1961252" rtl="0" eaLnBrk="1" latinLnBrk="0" hangingPunct="1">
        <a:defRPr sz="3851" kern="1200">
          <a:solidFill>
            <a:schemeClr val="tx1"/>
          </a:solidFill>
          <a:latin typeface="+mn-lt"/>
          <a:ea typeface="+mn-ea"/>
          <a:cs typeface="+mn-cs"/>
        </a:defRPr>
      </a:lvl6pPr>
      <a:lvl7pPr marL="5883756" algn="l" defTabSz="1961252" rtl="0" eaLnBrk="1" latinLnBrk="0" hangingPunct="1">
        <a:defRPr sz="3851" kern="1200">
          <a:solidFill>
            <a:schemeClr val="tx1"/>
          </a:solidFill>
          <a:latin typeface="+mn-lt"/>
          <a:ea typeface="+mn-ea"/>
          <a:cs typeface="+mn-cs"/>
        </a:defRPr>
      </a:lvl7pPr>
      <a:lvl8pPr marL="6864381" algn="l" defTabSz="1961252" rtl="0" eaLnBrk="1" latinLnBrk="0" hangingPunct="1">
        <a:defRPr sz="3851" kern="1200">
          <a:solidFill>
            <a:schemeClr val="tx1"/>
          </a:solidFill>
          <a:latin typeface="+mn-lt"/>
          <a:ea typeface="+mn-ea"/>
          <a:cs typeface="+mn-cs"/>
        </a:defRPr>
      </a:lvl8pPr>
      <a:lvl9pPr marL="7845007" algn="l" defTabSz="1961252" rtl="0" eaLnBrk="1" latinLnBrk="0" hangingPunct="1">
        <a:defRPr sz="38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7E8BA-F85D-78B6-6C4F-4C9372944E8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40A85D-636D-A7BF-A60A-F06569A9294A}"/>
              </a:ext>
            </a:extLst>
          </p:cNvPr>
          <p:cNvSpPr>
            <a:spLocks noGrp="1"/>
          </p:cNvSpPr>
          <p:nvPr>
            <p:ph type="body" sz="quarter" idx="13"/>
          </p:nvPr>
        </p:nvSpPr>
        <p:spPr>
          <a:xfrm>
            <a:off x="0" y="2197861"/>
            <a:ext cx="8712200" cy="2451460"/>
          </a:xfrm>
        </p:spPr>
        <p:txBody>
          <a:bodyPr>
            <a:normAutofit fontScale="77500" lnSpcReduction="20000"/>
          </a:bodyPr>
          <a:lstStyle/>
          <a:p>
            <a:r>
              <a:rPr lang="nl-BE" noProof="0" dirty="0">
                <a:solidFill>
                  <a:srgbClr val="FA6432"/>
                </a:solidFill>
              </a:rPr>
              <a:t>Virtuele leer-en testomgeving met EVE-NG Pro</a:t>
            </a:r>
          </a:p>
          <a:p>
            <a:pPr lvl="1">
              <a:spcAft>
                <a:spcPts val="600"/>
              </a:spcAft>
            </a:pPr>
            <a:r>
              <a:rPr lang="nl-BE" noProof="0" dirty="0"/>
              <a:t>Ontwikkelen en automatiseren van virtuele labo’s in</a:t>
            </a:r>
            <a:br>
              <a:rPr lang="nl-BE" noProof="0" dirty="0"/>
            </a:br>
            <a:r>
              <a:rPr lang="nl-BE" noProof="0" dirty="0"/>
              <a:t>een leer-en testomgeving met EVE-NG Pro</a:t>
            </a:r>
            <a:br>
              <a:rPr lang="nl-BE" noProof="0" dirty="0"/>
            </a:br>
            <a:r>
              <a:rPr lang="nl-BE" sz="1878" noProof="0" dirty="0"/>
              <a:t>Professionele bachelor Elektronica-ICT</a:t>
            </a:r>
            <a:endParaRPr lang="nl-BE" noProof="0" dirty="0"/>
          </a:p>
        </p:txBody>
      </p:sp>
      <p:sp>
        <p:nvSpPr>
          <p:cNvPr id="10" name="Text Placeholder 9">
            <a:extLst>
              <a:ext uri="{FF2B5EF4-FFF2-40B4-BE49-F238E27FC236}">
                <a16:creationId xmlns:a16="http://schemas.microsoft.com/office/drawing/2014/main" id="{8A8C9EE6-C7E4-2556-8409-E449B175CA0C}"/>
              </a:ext>
            </a:extLst>
          </p:cNvPr>
          <p:cNvSpPr>
            <a:spLocks noGrp="1"/>
          </p:cNvSpPr>
          <p:nvPr>
            <p:ph type="body" sz="quarter" idx="69"/>
          </p:nvPr>
        </p:nvSpPr>
        <p:spPr>
          <a:xfrm>
            <a:off x="678097" y="4799016"/>
            <a:ext cx="6129103" cy="1738032"/>
          </a:xfrm>
          <a:ln>
            <a:solidFill>
              <a:srgbClr val="00283C"/>
            </a:solidFill>
          </a:ln>
        </p:spPr>
        <p:txBody>
          <a:bodyPr/>
          <a:lstStyle/>
          <a:p>
            <a:pPr lvl="1" algn="just"/>
            <a:r>
              <a:rPr lang="nl-BE" noProof="0" dirty="0"/>
              <a:t>Binnen het huidig sollicitatieproces ontbreekt een gestructureerde methode om sollicitanten te beoordelen op hun praktische kennis en vaardigheden. Vervolgens hebben </a:t>
            </a:r>
            <a:r>
              <a:rPr lang="nl-BE" noProof="0" dirty="0" err="1"/>
              <a:t>juniors</a:t>
            </a:r>
            <a:r>
              <a:rPr lang="nl-BE" noProof="0" dirty="0"/>
              <a:t> vaak nog geen goed inzicht in hoe een realistische netwerktopologie er effectief uitziet.</a:t>
            </a:r>
          </a:p>
          <a:p>
            <a:pPr lvl="1" algn="just"/>
            <a:endParaRPr lang="nl-BE" noProof="0" dirty="0"/>
          </a:p>
          <a:p>
            <a:pPr lvl="1" algn="just"/>
            <a:endParaRPr lang="nl-BE" noProof="0" dirty="0"/>
          </a:p>
          <a:p>
            <a:pPr lvl="1" algn="just"/>
            <a:endParaRPr lang="nl-BE" noProof="0" dirty="0"/>
          </a:p>
          <a:p>
            <a:pPr lvl="1" algn="just"/>
            <a:endParaRPr lang="nl-BE" noProof="0" dirty="0"/>
          </a:p>
          <a:p>
            <a:pPr lvl="1" algn="just"/>
            <a:endParaRPr lang="nl-BE" noProof="0" dirty="0"/>
          </a:p>
          <a:p>
            <a:pPr lvl="1" algn="just"/>
            <a:endParaRPr lang="nl-BE" noProof="0" dirty="0"/>
          </a:p>
          <a:p>
            <a:pPr lvl="1" algn="just"/>
            <a:endParaRPr lang="nl-BE" noProof="0" dirty="0"/>
          </a:p>
          <a:p>
            <a:pPr lvl="1" algn="just"/>
            <a:endParaRPr lang="nl-BE" noProof="0" dirty="0"/>
          </a:p>
        </p:txBody>
      </p:sp>
      <p:sp>
        <p:nvSpPr>
          <p:cNvPr id="11" name="Text Placeholder 10">
            <a:extLst>
              <a:ext uri="{FF2B5EF4-FFF2-40B4-BE49-F238E27FC236}">
                <a16:creationId xmlns:a16="http://schemas.microsoft.com/office/drawing/2014/main" id="{D65D24BE-219A-4922-7F46-309A7E6D9822}"/>
              </a:ext>
            </a:extLst>
          </p:cNvPr>
          <p:cNvSpPr>
            <a:spLocks noGrp="1"/>
          </p:cNvSpPr>
          <p:nvPr>
            <p:ph type="body" sz="quarter" idx="20"/>
          </p:nvPr>
        </p:nvSpPr>
        <p:spPr>
          <a:xfrm>
            <a:off x="676438" y="4461348"/>
            <a:ext cx="6129103" cy="337711"/>
          </a:xfrm>
          <a:solidFill>
            <a:schemeClr val="tx2">
              <a:lumMod val="60000"/>
              <a:lumOff val="40000"/>
            </a:schemeClr>
          </a:solidFill>
          <a:ln>
            <a:solidFill>
              <a:srgbClr val="00283C"/>
            </a:solidFill>
          </a:ln>
        </p:spPr>
        <p:txBody>
          <a:bodyPr/>
          <a:lstStyle/>
          <a:p>
            <a:r>
              <a:rPr lang="nl-BE" b="0" cap="none" noProof="0" dirty="0"/>
              <a:t>Probleem </a:t>
            </a:r>
          </a:p>
        </p:txBody>
      </p:sp>
      <p:sp>
        <p:nvSpPr>
          <p:cNvPr id="14" name="Text Placeholder 13">
            <a:extLst>
              <a:ext uri="{FF2B5EF4-FFF2-40B4-BE49-F238E27FC236}">
                <a16:creationId xmlns:a16="http://schemas.microsoft.com/office/drawing/2014/main" id="{6CAA18A6-9EAE-190E-B689-8C856C1907AC}"/>
              </a:ext>
            </a:extLst>
          </p:cNvPr>
          <p:cNvSpPr>
            <a:spLocks noGrp="1"/>
          </p:cNvSpPr>
          <p:nvPr>
            <p:ph type="body" sz="quarter" idx="71"/>
          </p:nvPr>
        </p:nvSpPr>
        <p:spPr>
          <a:xfrm>
            <a:off x="678097" y="16727750"/>
            <a:ext cx="12865940" cy="1275469"/>
          </a:xfrm>
          <a:ln>
            <a:solidFill>
              <a:srgbClr val="FA6432"/>
            </a:solidFill>
          </a:ln>
        </p:spPr>
        <p:txBody>
          <a:bodyPr/>
          <a:lstStyle/>
          <a:p>
            <a:pPr lvl="1" algn="just"/>
            <a:r>
              <a:rPr lang="nl-BE" dirty="0"/>
              <a:t>Het voordeel van deze oplossing is dat er dankzij de virtuele leer-en testomgeving kennis kan worden getoetst over allerlei verschillende netwerkonderwerpen. De labo’s behandelen telkens andere onderwerpen en kunnen ook op verschillende manieren worden geconfigureerd, waardoor een correct beeld kan worden geschetst over de praktische kennis en inzichten van de sollicitant.</a:t>
            </a:r>
            <a:endParaRPr lang="nl-BE" noProof="0" dirty="0"/>
          </a:p>
        </p:txBody>
      </p:sp>
      <p:sp>
        <p:nvSpPr>
          <p:cNvPr id="15" name="Text Placeholder 14">
            <a:extLst>
              <a:ext uri="{FF2B5EF4-FFF2-40B4-BE49-F238E27FC236}">
                <a16:creationId xmlns:a16="http://schemas.microsoft.com/office/drawing/2014/main" id="{E85B6BE6-154E-8BC6-9FBB-5FA0B8AC4A0A}"/>
              </a:ext>
            </a:extLst>
          </p:cNvPr>
          <p:cNvSpPr>
            <a:spLocks noGrp="1"/>
          </p:cNvSpPr>
          <p:nvPr>
            <p:ph type="body" sz="quarter" idx="63"/>
          </p:nvPr>
        </p:nvSpPr>
        <p:spPr>
          <a:xfrm>
            <a:off x="678097" y="16389432"/>
            <a:ext cx="12865940" cy="338132"/>
          </a:xfrm>
          <a:solidFill>
            <a:srgbClr val="FA6432"/>
          </a:solidFill>
          <a:ln>
            <a:solidFill>
              <a:srgbClr val="FA6432"/>
            </a:solidFill>
          </a:ln>
        </p:spPr>
        <p:txBody>
          <a:bodyPr/>
          <a:lstStyle/>
          <a:p>
            <a:r>
              <a:rPr lang="nl-BE" b="0" cap="none" dirty="0"/>
              <a:t>Voordelen</a:t>
            </a:r>
            <a:endParaRPr lang="nl-BE" b="0" cap="none" noProof="0" dirty="0"/>
          </a:p>
        </p:txBody>
      </p:sp>
      <p:sp>
        <p:nvSpPr>
          <p:cNvPr id="3" name="Text Placeholder 2">
            <a:extLst>
              <a:ext uri="{FF2B5EF4-FFF2-40B4-BE49-F238E27FC236}">
                <a16:creationId xmlns:a16="http://schemas.microsoft.com/office/drawing/2014/main" id="{52C144CC-D95D-E699-40C0-40FC9B3B9B5B}"/>
              </a:ext>
            </a:extLst>
          </p:cNvPr>
          <p:cNvSpPr>
            <a:spLocks noGrp="1"/>
          </p:cNvSpPr>
          <p:nvPr>
            <p:ph type="body" sz="quarter" idx="60"/>
          </p:nvPr>
        </p:nvSpPr>
        <p:spPr>
          <a:xfrm>
            <a:off x="4923526" y="583289"/>
            <a:ext cx="9298643" cy="980693"/>
          </a:xfrm>
        </p:spPr>
        <p:txBody>
          <a:bodyPr/>
          <a:lstStyle/>
          <a:p>
            <a:r>
              <a:rPr lang="nl-BE" noProof="0" dirty="0"/>
              <a:t>Bedrijfspromotor: </a:t>
            </a:r>
            <a:r>
              <a:rPr lang="nl-BE" b="0" noProof="0" dirty="0"/>
              <a:t>Kenzo De </a:t>
            </a:r>
            <a:r>
              <a:rPr lang="nl-BE" b="0" noProof="0" dirty="0" err="1"/>
              <a:t>Ruysscher</a:t>
            </a:r>
            <a:endParaRPr lang="nl-BE" b="0" noProof="0" dirty="0"/>
          </a:p>
          <a:p>
            <a:r>
              <a:rPr lang="nl-BE" noProof="0" dirty="0"/>
              <a:t>Hogeschoolpromotor</a:t>
            </a:r>
            <a:r>
              <a:rPr lang="nl-BE" b="0" noProof="0" dirty="0"/>
              <a:t>: </a:t>
            </a:r>
            <a:r>
              <a:rPr lang="nl-BE" b="0" noProof="0" dirty="0" err="1"/>
              <a:t>Phaedra</a:t>
            </a:r>
            <a:r>
              <a:rPr lang="nl-BE" b="0" noProof="0" dirty="0"/>
              <a:t> </a:t>
            </a:r>
            <a:r>
              <a:rPr lang="nl-BE" b="0" noProof="0" dirty="0" err="1"/>
              <a:t>Degreef</a:t>
            </a:r>
            <a:br>
              <a:rPr lang="nl-BE" b="0" noProof="0" dirty="0"/>
            </a:br>
            <a:r>
              <a:rPr lang="nl-BE" noProof="0" dirty="0"/>
              <a:t>Student: </a:t>
            </a:r>
            <a:r>
              <a:rPr lang="nl-BE" b="0" noProof="0" dirty="0"/>
              <a:t>Yente Lens</a:t>
            </a:r>
          </a:p>
        </p:txBody>
      </p:sp>
      <p:pic>
        <p:nvPicPr>
          <p:cNvPr id="16" name="Picture Placeholder 15" descr="QR-Code_www.thomasmore.be.jpg">
            <a:extLst>
              <a:ext uri="{FF2B5EF4-FFF2-40B4-BE49-F238E27FC236}">
                <a16:creationId xmlns:a16="http://schemas.microsoft.com/office/drawing/2014/main" id="{1577FB4C-2C23-DCA8-2CCF-55DBD68AEBBE}"/>
              </a:ext>
            </a:extLst>
          </p:cNvPr>
          <p:cNvPicPr>
            <a:picLocks noGrp="1" noChangeAspect="1"/>
          </p:cNvPicPr>
          <p:nvPr>
            <p:ph type="pic" sz="quarter" idx="66"/>
          </p:nvPr>
        </p:nvPicPr>
        <p:blipFill>
          <a:blip r:embed="rId2" cstate="print"/>
          <a:srcRect l="31" r="31"/>
          <a:stretch>
            <a:fillRect/>
          </a:stretch>
        </p:blipFill>
        <p:spPr/>
      </p:pic>
      <p:sp>
        <p:nvSpPr>
          <p:cNvPr id="4" name="Text Placeholder 3">
            <a:extLst>
              <a:ext uri="{FF2B5EF4-FFF2-40B4-BE49-F238E27FC236}">
                <a16:creationId xmlns:a16="http://schemas.microsoft.com/office/drawing/2014/main" id="{62ABD6BC-A783-D148-5D20-7EDA83B90065}"/>
              </a:ext>
            </a:extLst>
          </p:cNvPr>
          <p:cNvSpPr>
            <a:spLocks noGrp="1"/>
          </p:cNvSpPr>
          <p:nvPr>
            <p:ph type="body" sz="quarter" idx="65"/>
          </p:nvPr>
        </p:nvSpPr>
        <p:spPr>
          <a:xfrm>
            <a:off x="2141746" y="18768437"/>
            <a:ext cx="6661104" cy="1361080"/>
          </a:xfrm>
        </p:spPr>
        <p:txBody>
          <a:bodyPr>
            <a:normAutofit lnSpcReduction="10000"/>
          </a:bodyPr>
          <a:lstStyle/>
          <a:p>
            <a:r>
              <a:rPr lang="nl-BE" noProof="0" dirty="0"/>
              <a:t>Thomas More  | Campus De </a:t>
            </a:r>
            <a:r>
              <a:rPr lang="nl-BE" noProof="0" dirty="0" err="1"/>
              <a:t>Nayer</a:t>
            </a:r>
            <a:endParaRPr lang="nl-BE" noProof="0" dirty="0"/>
          </a:p>
          <a:p>
            <a:r>
              <a:rPr lang="nl-BE" noProof="0" dirty="0"/>
              <a:t>Jan Pieter De </a:t>
            </a:r>
            <a:r>
              <a:rPr lang="nl-BE" noProof="0" dirty="0" err="1"/>
              <a:t>Nayerlaan</a:t>
            </a:r>
            <a:r>
              <a:rPr lang="nl-BE" noProof="0" dirty="0"/>
              <a:t> 5, 2860 Sint-Katelijne-Waver, België</a:t>
            </a:r>
          </a:p>
          <a:p>
            <a:r>
              <a:rPr lang="nl-BE" noProof="0" dirty="0"/>
              <a:t>Tel. + 32 (0)15 31 69 44 | www.thomasmore.be</a:t>
            </a:r>
          </a:p>
        </p:txBody>
      </p:sp>
      <p:pic>
        <p:nvPicPr>
          <p:cNvPr id="18" name="Picture 17">
            <a:extLst>
              <a:ext uri="{FF2B5EF4-FFF2-40B4-BE49-F238E27FC236}">
                <a16:creationId xmlns:a16="http://schemas.microsoft.com/office/drawing/2014/main" id="{F1BEF841-3E7F-3BD8-9CE3-C5EA79BA60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1830" y="2607948"/>
            <a:ext cx="5162207" cy="1023232"/>
          </a:xfrm>
          <a:prstGeom prst="rect">
            <a:avLst/>
          </a:prstGeom>
        </p:spPr>
      </p:pic>
      <p:sp>
        <p:nvSpPr>
          <p:cNvPr id="8" name="Text Placeholder 10">
            <a:extLst>
              <a:ext uri="{FF2B5EF4-FFF2-40B4-BE49-F238E27FC236}">
                <a16:creationId xmlns:a16="http://schemas.microsoft.com/office/drawing/2014/main" id="{8D2D5815-61ED-32BD-1EE7-18EE955B8C37}"/>
              </a:ext>
            </a:extLst>
          </p:cNvPr>
          <p:cNvSpPr txBox="1">
            <a:spLocks/>
          </p:cNvSpPr>
          <p:nvPr/>
        </p:nvSpPr>
        <p:spPr>
          <a:xfrm>
            <a:off x="7416802" y="4461348"/>
            <a:ext cx="6127234" cy="337711"/>
          </a:xfrm>
          <a:prstGeom prst="round2SameRect">
            <a:avLst/>
          </a:prstGeom>
          <a:solidFill>
            <a:schemeClr val="tx2">
              <a:lumMod val="60000"/>
              <a:lumOff val="40000"/>
            </a:schemeClr>
          </a:solidFill>
          <a:ln w="19050">
            <a:solidFill>
              <a:srgbClr val="00283C"/>
            </a:solidFill>
          </a:ln>
        </p:spPr>
        <p:txBody>
          <a:bodyPr vert="horz" lIns="360000" tIns="0" rIns="360000" bIns="0" rtlCol="0" anchor="ctr" anchorCtr="0">
            <a:noAutofit/>
          </a:bodyPr>
          <a:lstStyle>
            <a:lvl1pPr marL="0" indent="0" algn="l" defTabSz="202867" rtl="0" eaLnBrk="1" latinLnBrk="0" hangingPunct="1">
              <a:lnSpc>
                <a:spcPct val="100000"/>
              </a:lnSpc>
              <a:spcBef>
                <a:spcPts val="0"/>
              </a:spcBef>
              <a:spcAft>
                <a:spcPts val="564"/>
              </a:spcAft>
              <a:buFontTx/>
              <a:buNone/>
              <a:tabLst>
                <a:tab pos="202867" algn="l"/>
              </a:tabLst>
              <a:defRPr sz="1503" b="1" kern="1200" cap="all" baseline="0">
                <a:solidFill>
                  <a:schemeClr val="bg1"/>
                </a:solidFill>
                <a:latin typeface="Arial" pitchFamily="34" charset="0"/>
                <a:ea typeface="+mn-ea"/>
                <a:cs typeface="Arial" pitchFamily="34" charset="0"/>
              </a:defRPr>
            </a:lvl1pPr>
            <a:lvl2pPr marL="0" indent="0" algn="l" defTabSz="202867" rtl="0" eaLnBrk="1" latinLnBrk="0" hangingPunct="1">
              <a:spcBef>
                <a:spcPts val="0"/>
              </a:spcBef>
              <a:buFont typeface="Arial" pitchFamily="34" charset="0"/>
              <a:buNone/>
              <a:tabLst>
                <a:tab pos="202867" algn="l"/>
              </a:tabLst>
              <a:defRPr sz="1503" kern="120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r>
              <a:rPr lang="nl-BE" b="0" cap="none" noProof="0" dirty="0"/>
              <a:t>Oplossing</a:t>
            </a:r>
          </a:p>
        </p:txBody>
      </p:sp>
      <p:sp>
        <p:nvSpPr>
          <p:cNvPr id="9" name="Text Placeholder 9">
            <a:extLst>
              <a:ext uri="{FF2B5EF4-FFF2-40B4-BE49-F238E27FC236}">
                <a16:creationId xmlns:a16="http://schemas.microsoft.com/office/drawing/2014/main" id="{379A3559-82E2-E5DF-B565-C64AF43E6EE7}"/>
              </a:ext>
            </a:extLst>
          </p:cNvPr>
          <p:cNvSpPr txBox="1">
            <a:spLocks/>
          </p:cNvSpPr>
          <p:nvPr/>
        </p:nvSpPr>
        <p:spPr>
          <a:xfrm>
            <a:off x="7416800" y="4799016"/>
            <a:ext cx="6127234" cy="1738032"/>
          </a:xfrm>
          <a:prstGeom prst="rect">
            <a:avLst/>
          </a:prstGeom>
          <a:ln w="19050">
            <a:solidFill>
              <a:srgbClr val="00283C"/>
            </a:solidFill>
          </a:ln>
        </p:spPr>
        <p:txBody>
          <a:bodyPr vert="horz" wrap="square" lIns="360000" tIns="288000" rIns="360000" bIns="288000" rtlCol="0">
            <a:spAutoFit/>
          </a:bodyPr>
          <a:lstStyle>
            <a:lvl1pPr marL="0" indent="0" algn="l" defTabSz="202867" rtl="0" eaLnBrk="1" latinLnBrk="0" hangingPunct="1">
              <a:spcBef>
                <a:spcPts val="0"/>
              </a:spcBef>
              <a:spcAft>
                <a:spcPts val="564"/>
              </a:spcAft>
              <a:buFont typeface="Arial" pitchFamily="34" charset="0"/>
              <a:buNone/>
              <a:tabLst>
                <a:tab pos="202867" algn="l"/>
              </a:tabLst>
              <a:defRPr sz="1503" b="1" kern="1200" cap="all" baseline="0">
                <a:solidFill>
                  <a:srgbClr val="FA6432"/>
                </a:solidFill>
                <a:latin typeface="Arial" pitchFamily="34" charset="0"/>
                <a:ea typeface="+mn-ea"/>
                <a:cs typeface="Arial" pitchFamily="34" charset="0"/>
              </a:defRPr>
            </a:lvl1pPr>
            <a:lvl2pPr marL="0" indent="-202867" algn="l" defTabSz="202867" rtl="0" eaLnBrk="1" latinLnBrk="0" hangingPunct="1">
              <a:spcBef>
                <a:spcPts val="0"/>
              </a:spcBef>
              <a:buFont typeface="Arial" pitchFamily="34" charset="0"/>
              <a:buNone/>
              <a:tabLst>
                <a:tab pos="202867" algn="l"/>
              </a:tabLst>
              <a:defRPr lang="nl-NL" sz="1503" kern="1200" dirty="0" smtClean="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pPr lvl="1" algn="just"/>
            <a:r>
              <a:rPr lang="nl-BE" noProof="0" dirty="0"/>
              <a:t>Dankzij de virtuele leer-en testomgeving kunnen sollicitanten getoetst worden op hun praktische kennis. Hierdoor kan een beter beeld worden geschetst van hun vaardigheden. Ook kunnen de labo’s worden gebruikt door de </a:t>
            </a:r>
            <a:r>
              <a:rPr lang="nl-BE" noProof="0" dirty="0" err="1"/>
              <a:t>juniors</a:t>
            </a:r>
            <a:r>
              <a:rPr lang="nl-BE" noProof="0" dirty="0"/>
              <a:t> om te wennen aan een realistische netwerktopologie</a:t>
            </a:r>
          </a:p>
        </p:txBody>
      </p:sp>
      <p:pic>
        <p:nvPicPr>
          <p:cNvPr id="25" name="Picture 24">
            <a:extLst>
              <a:ext uri="{FF2B5EF4-FFF2-40B4-BE49-F238E27FC236}">
                <a16:creationId xmlns:a16="http://schemas.microsoft.com/office/drawing/2014/main" id="{31AC29B0-E60B-2A7D-CF8D-7E380B4B51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9028" y="7230262"/>
            <a:ext cx="4175008" cy="1671634"/>
          </a:xfrm>
          <a:prstGeom prst="rect">
            <a:avLst/>
          </a:prstGeom>
        </p:spPr>
      </p:pic>
      <p:sp>
        <p:nvSpPr>
          <p:cNvPr id="5" name="Text Placeholder 10">
            <a:extLst>
              <a:ext uri="{FF2B5EF4-FFF2-40B4-BE49-F238E27FC236}">
                <a16:creationId xmlns:a16="http://schemas.microsoft.com/office/drawing/2014/main" id="{63AF02B7-8D7C-B311-F7FC-3B22594855D4}"/>
              </a:ext>
            </a:extLst>
          </p:cNvPr>
          <p:cNvSpPr txBox="1">
            <a:spLocks/>
          </p:cNvSpPr>
          <p:nvPr/>
        </p:nvSpPr>
        <p:spPr>
          <a:xfrm>
            <a:off x="9369028" y="9389922"/>
            <a:ext cx="4175008" cy="338132"/>
          </a:xfrm>
          <a:prstGeom prst="round2SameRect">
            <a:avLst/>
          </a:prstGeom>
          <a:solidFill>
            <a:schemeClr val="tx2">
              <a:lumMod val="60000"/>
              <a:lumOff val="40000"/>
            </a:schemeClr>
          </a:solidFill>
          <a:ln w="19050">
            <a:solidFill>
              <a:srgbClr val="00283C"/>
            </a:solidFill>
          </a:ln>
        </p:spPr>
        <p:txBody>
          <a:bodyPr vert="horz" lIns="360000" tIns="0" rIns="360000" bIns="0" rtlCol="0" anchor="ctr" anchorCtr="0">
            <a:noAutofit/>
          </a:bodyPr>
          <a:lstStyle>
            <a:lvl1pPr marL="0" indent="0" algn="l" defTabSz="202867" rtl="0" eaLnBrk="1" latinLnBrk="0" hangingPunct="1">
              <a:lnSpc>
                <a:spcPct val="100000"/>
              </a:lnSpc>
              <a:spcBef>
                <a:spcPts val="0"/>
              </a:spcBef>
              <a:spcAft>
                <a:spcPts val="564"/>
              </a:spcAft>
              <a:buFontTx/>
              <a:buNone/>
              <a:tabLst>
                <a:tab pos="202867" algn="l"/>
              </a:tabLst>
              <a:defRPr sz="1503" b="1" kern="1200" cap="all" baseline="0">
                <a:solidFill>
                  <a:schemeClr val="bg1"/>
                </a:solidFill>
                <a:latin typeface="Arial" pitchFamily="34" charset="0"/>
                <a:ea typeface="+mn-ea"/>
                <a:cs typeface="Arial" pitchFamily="34" charset="0"/>
              </a:defRPr>
            </a:lvl1pPr>
            <a:lvl2pPr marL="0" indent="0" algn="l" defTabSz="202867" rtl="0" eaLnBrk="1" latinLnBrk="0" hangingPunct="1">
              <a:spcBef>
                <a:spcPts val="0"/>
              </a:spcBef>
              <a:buFont typeface="Arial" pitchFamily="34" charset="0"/>
              <a:buNone/>
              <a:tabLst>
                <a:tab pos="202867" algn="l"/>
              </a:tabLst>
              <a:defRPr sz="1503" kern="120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r>
              <a:rPr lang="nl-BE" b="0" cap="none" dirty="0"/>
              <a:t>EVE-NG  </a:t>
            </a:r>
          </a:p>
        </p:txBody>
      </p:sp>
      <p:sp>
        <p:nvSpPr>
          <p:cNvPr id="6" name="Text Placeholder 9">
            <a:extLst>
              <a:ext uri="{FF2B5EF4-FFF2-40B4-BE49-F238E27FC236}">
                <a16:creationId xmlns:a16="http://schemas.microsoft.com/office/drawing/2014/main" id="{8F44D8A6-BCB4-CB6E-EB88-86CB9BDC0341}"/>
              </a:ext>
            </a:extLst>
          </p:cNvPr>
          <p:cNvSpPr txBox="1">
            <a:spLocks/>
          </p:cNvSpPr>
          <p:nvPr/>
        </p:nvSpPr>
        <p:spPr>
          <a:xfrm>
            <a:off x="9369028" y="9728054"/>
            <a:ext cx="4175008" cy="1969313"/>
          </a:xfrm>
          <a:prstGeom prst="rect">
            <a:avLst/>
          </a:prstGeom>
          <a:ln w="19050">
            <a:solidFill>
              <a:srgbClr val="00283C"/>
            </a:solidFill>
          </a:ln>
        </p:spPr>
        <p:txBody>
          <a:bodyPr vert="horz" wrap="square" lIns="360000" tIns="288000" rIns="360000" bIns="288000" rtlCol="0">
            <a:spAutoFit/>
          </a:bodyPr>
          <a:lstStyle>
            <a:lvl1pPr marL="0" indent="0" algn="l" defTabSz="202867" rtl="0" eaLnBrk="1" latinLnBrk="0" hangingPunct="1">
              <a:spcBef>
                <a:spcPts val="0"/>
              </a:spcBef>
              <a:spcAft>
                <a:spcPts val="564"/>
              </a:spcAft>
              <a:buFont typeface="Arial" pitchFamily="34" charset="0"/>
              <a:buNone/>
              <a:tabLst>
                <a:tab pos="202867" algn="l"/>
              </a:tabLst>
              <a:defRPr sz="1503" b="1" kern="1200" cap="all" baseline="0">
                <a:solidFill>
                  <a:srgbClr val="FA6432"/>
                </a:solidFill>
                <a:latin typeface="Arial" pitchFamily="34" charset="0"/>
                <a:ea typeface="+mn-ea"/>
                <a:cs typeface="Arial" pitchFamily="34" charset="0"/>
              </a:defRPr>
            </a:lvl1pPr>
            <a:lvl2pPr marL="0" indent="-202867" algn="l" defTabSz="202867" rtl="0" eaLnBrk="1" latinLnBrk="0" hangingPunct="1">
              <a:spcBef>
                <a:spcPts val="0"/>
              </a:spcBef>
              <a:buFont typeface="Arial" pitchFamily="34" charset="0"/>
              <a:buNone/>
              <a:tabLst>
                <a:tab pos="202867" algn="l"/>
              </a:tabLst>
              <a:defRPr lang="nl-NL" sz="1503" kern="1200" dirty="0" smtClean="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pPr lvl="1"/>
            <a:r>
              <a:rPr lang="nl-BE" dirty="0"/>
              <a:t>Is een netwerkemulatiesoftware dat het mogelijk maakt om netwerktopologieën te ontwerpen en te testen in een virtuele omgeving. EVE-NG draait netwerktoestellen als virtuele machines op een server</a:t>
            </a:r>
          </a:p>
        </p:txBody>
      </p:sp>
      <p:sp>
        <p:nvSpPr>
          <p:cNvPr id="13" name="Text Placeholder 10">
            <a:extLst>
              <a:ext uri="{FF2B5EF4-FFF2-40B4-BE49-F238E27FC236}">
                <a16:creationId xmlns:a16="http://schemas.microsoft.com/office/drawing/2014/main" id="{41C970F1-F55A-3D7F-333F-B47B50970E9A}"/>
              </a:ext>
            </a:extLst>
          </p:cNvPr>
          <p:cNvSpPr txBox="1">
            <a:spLocks/>
          </p:cNvSpPr>
          <p:nvPr/>
        </p:nvSpPr>
        <p:spPr>
          <a:xfrm>
            <a:off x="676438" y="14039535"/>
            <a:ext cx="4175008" cy="338132"/>
          </a:xfrm>
          <a:prstGeom prst="round2SameRect">
            <a:avLst/>
          </a:prstGeom>
          <a:solidFill>
            <a:schemeClr val="tx2">
              <a:lumMod val="60000"/>
              <a:lumOff val="40000"/>
            </a:schemeClr>
          </a:solidFill>
          <a:ln w="19050">
            <a:solidFill>
              <a:srgbClr val="00283C"/>
            </a:solidFill>
          </a:ln>
        </p:spPr>
        <p:txBody>
          <a:bodyPr vert="horz" lIns="360000" tIns="0" rIns="360000" bIns="0" rtlCol="0" anchor="ctr" anchorCtr="0">
            <a:noAutofit/>
          </a:bodyPr>
          <a:lstStyle>
            <a:lvl1pPr marL="0" indent="0" algn="l" defTabSz="202867" rtl="0" eaLnBrk="1" latinLnBrk="0" hangingPunct="1">
              <a:lnSpc>
                <a:spcPct val="100000"/>
              </a:lnSpc>
              <a:spcBef>
                <a:spcPts val="0"/>
              </a:spcBef>
              <a:spcAft>
                <a:spcPts val="564"/>
              </a:spcAft>
              <a:buFontTx/>
              <a:buNone/>
              <a:tabLst>
                <a:tab pos="202867" algn="l"/>
              </a:tabLst>
              <a:defRPr sz="1503" b="1" kern="1200" cap="all" baseline="0">
                <a:solidFill>
                  <a:schemeClr val="bg1"/>
                </a:solidFill>
                <a:latin typeface="Arial" pitchFamily="34" charset="0"/>
                <a:ea typeface="+mn-ea"/>
                <a:cs typeface="Arial" pitchFamily="34" charset="0"/>
              </a:defRPr>
            </a:lvl1pPr>
            <a:lvl2pPr marL="0" indent="0" algn="l" defTabSz="202867" rtl="0" eaLnBrk="1" latinLnBrk="0" hangingPunct="1">
              <a:spcBef>
                <a:spcPts val="0"/>
              </a:spcBef>
              <a:buFont typeface="Arial" pitchFamily="34" charset="0"/>
              <a:buNone/>
              <a:tabLst>
                <a:tab pos="202867" algn="l"/>
              </a:tabLst>
              <a:defRPr sz="1503" kern="120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r>
              <a:rPr lang="nl-BE" b="0" cap="none" dirty="0"/>
              <a:t>Automatisering  </a:t>
            </a:r>
          </a:p>
        </p:txBody>
      </p:sp>
      <p:sp>
        <p:nvSpPr>
          <p:cNvPr id="20" name="Text Placeholder 9">
            <a:extLst>
              <a:ext uri="{FF2B5EF4-FFF2-40B4-BE49-F238E27FC236}">
                <a16:creationId xmlns:a16="http://schemas.microsoft.com/office/drawing/2014/main" id="{A08424EC-97A1-4BEB-8064-CAECB230DB73}"/>
              </a:ext>
            </a:extLst>
          </p:cNvPr>
          <p:cNvSpPr txBox="1">
            <a:spLocks/>
          </p:cNvSpPr>
          <p:nvPr/>
        </p:nvSpPr>
        <p:spPr>
          <a:xfrm>
            <a:off x="676438" y="14375410"/>
            <a:ext cx="4175008" cy="1506750"/>
          </a:xfrm>
          <a:prstGeom prst="rect">
            <a:avLst/>
          </a:prstGeom>
          <a:ln w="19050">
            <a:solidFill>
              <a:srgbClr val="00283C"/>
            </a:solidFill>
          </a:ln>
        </p:spPr>
        <p:txBody>
          <a:bodyPr vert="horz" wrap="square" lIns="360000" tIns="288000" rIns="360000" bIns="288000" rtlCol="0">
            <a:spAutoFit/>
          </a:bodyPr>
          <a:lstStyle>
            <a:lvl1pPr marL="0" indent="0" algn="l" defTabSz="202867" rtl="0" eaLnBrk="1" latinLnBrk="0" hangingPunct="1">
              <a:spcBef>
                <a:spcPts val="0"/>
              </a:spcBef>
              <a:spcAft>
                <a:spcPts val="564"/>
              </a:spcAft>
              <a:buFont typeface="Arial" pitchFamily="34" charset="0"/>
              <a:buNone/>
              <a:tabLst>
                <a:tab pos="202867" algn="l"/>
              </a:tabLst>
              <a:defRPr sz="1503" b="1" kern="1200" cap="all" baseline="0">
                <a:solidFill>
                  <a:srgbClr val="FA6432"/>
                </a:solidFill>
                <a:latin typeface="Arial" pitchFamily="34" charset="0"/>
                <a:ea typeface="+mn-ea"/>
                <a:cs typeface="Arial" pitchFamily="34" charset="0"/>
              </a:defRPr>
            </a:lvl1pPr>
            <a:lvl2pPr marL="0" indent="-202867" algn="l" defTabSz="202867" rtl="0" eaLnBrk="1" latinLnBrk="0" hangingPunct="1">
              <a:spcBef>
                <a:spcPts val="0"/>
              </a:spcBef>
              <a:buFont typeface="Arial" pitchFamily="34" charset="0"/>
              <a:buNone/>
              <a:tabLst>
                <a:tab pos="202867" algn="l"/>
              </a:tabLst>
              <a:defRPr lang="nl-NL" sz="1503" kern="1200" dirty="0" smtClean="0">
                <a:solidFill>
                  <a:schemeClr val="tx1"/>
                </a:solidFill>
                <a:latin typeface="Arial" pitchFamily="34" charset="0"/>
                <a:ea typeface="+mn-ea"/>
                <a:cs typeface="Arial" pitchFamily="34" charset="0"/>
              </a:defRPr>
            </a:lvl2pPr>
            <a:lvl3pPr marL="202867"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3pPr>
            <a:lvl4pPr marL="405734"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4pPr>
            <a:lvl5pPr marL="608602" indent="-202867" algn="l" defTabSz="202867" rtl="0" eaLnBrk="1" latinLnBrk="0" hangingPunct="1">
              <a:spcBef>
                <a:spcPts val="0"/>
              </a:spcBef>
              <a:buFont typeface="Arial" pitchFamily="34" charset="0"/>
              <a:buChar char="»"/>
              <a:tabLst>
                <a:tab pos="202867" algn="l"/>
              </a:tabLst>
              <a:defRPr sz="1503" kern="1200">
                <a:solidFill>
                  <a:schemeClr val="tx1"/>
                </a:solidFill>
                <a:latin typeface="Arial" pitchFamily="34" charset="0"/>
                <a:ea typeface="+mn-ea"/>
                <a:cs typeface="Arial" pitchFamily="34" charset="0"/>
              </a:defRPr>
            </a:lvl5pPr>
            <a:lvl6pPr marL="5393442"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6pPr>
            <a:lvl7pPr marL="6374068"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7pPr>
            <a:lvl8pPr marL="7354694"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8pPr>
            <a:lvl9pPr marL="8335320" indent="-490313" algn="l" defTabSz="1961252" rtl="0" eaLnBrk="1" latinLnBrk="0" hangingPunct="1">
              <a:spcBef>
                <a:spcPct val="20000"/>
              </a:spcBef>
              <a:buFont typeface="Arial" pitchFamily="34" charset="0"/>
              <a:buChar char="•"/>
              <a:defRPr sz="4273" kern="1200">
                <a:solidFill>
                  <a:schemeClr val="tx1"/>
                </a:solidFill>
                <a:latin typeface="+mn-lt"/>
                <a:ea typeface="+mn-ea"/>
                <a:cs typeface="+mn-cs"/>
              </a:defRPr>
            </a:lvl9pPr>
          </a:lstStyle>
          <a:p>
            <a:pPr lvl="1" algn="just"/>
            <a:r>
              <a:rPr lang="nl-BE" dirty="0"/>
              <a:t>De verschillende labo’s kunnen aan de hand van een Python script volledig worden aangemaakt op de EVE-NG server.</a:t>
            </a:r>
          </a:p>
        </p:txBody>
      </p:sp>
      <p:pic>
        <p:nvPicPr>
          <p:cNvPr id="17" name="Picture 16">
            <a:extLst>
              <a:ext uri="{FF2B5EF4-FFF2-40B4-BE49-F238E27FC236}">
                <a16:creationId xmlns:a16="http://schemas.microsoft.com/office/drawing/2014/main" id="{8397D068-8406-1BC7-76A8-2A3BE224A2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6009" y="14600147"/>
            <a:ext cx="7058025" cy="1057275"/>
          </a:xfrm>
          <a:prstGeom prst="rect">
            <a:avLst/>
          </a:prstGeom>
        </p:spPr>
      </p:pic>
      <p:pic>
        <p:nvPicPr>
          <p:cNvPr id="21" name="Picture 20">
            <a:extLst>
              <a:ext uri="{FF2B5EF4-FFF2-40B4-BE49-F238E27FC236}">
                <a16:creationId xmlns:a16="http://schemas.microsoft.com/office/drawing/2014/main" id="{FB2482D3-652B-2BD8-BE5A-06F2A12B4C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438" y="7085161"/>
            <a:ext cx="8616220" cy="6147528"/>
          </a:xfrm>
          <a:prstGeom prst="rect">
            <a:avLst/>
          </a:prstGeom>
        </p:spPr>
      </p:pic>
    </p:spTree>
    <p:extLst>
      <p:ext uri="{BB962C8B-B14F-4D97-AF65-F5344CB8AC3E}">
        <p14:creationId xmlns:p14="http://schemas.microsoft.com/office/powerpoint/2010/main" val="1884968132"/>
      </p:ext>
    </p:extLst>
  </p:cSld>
  <p:clrMapOvr>
    <a:masterClrMapping/>
  </p:clrMapOvr>
</p:sld>
</file>

<file path=ppt/theme/theme1.xml><?xml version="1.0" encoding="utf-8"?>
<a:theme xmlns:a="http://schemas.openxmlformats.org/drawingml/2006/main" name="TM_onderzoekspo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04C25"/>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emplate poster Ndl - nieuwe huisstijl" id="{E0766082-3E70-4B42-9526-B32DA8218B1E}" vid="{810DE59E-94B9-48FF-8DF0-CB6633C3BFE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A307FBA45E73B4C8D5201D6E93AE7FF" ma:contentTypeVersion="10" ma:contentTypeDescription="Een nieuw document maken." ma:contentTypeScope="" ma:versionID="ffc79c833aa11187a9b03609d0ef013b">
  <xsd:schema xmlns:xsd="http://www.w3.org/2001/XMLSchema" xmlns:xs="http://www.w3.org/2001/XMLSchema" xmlns:p="http://schemas.microsoft.com/office/2006/metadata/properties" xmlns:ns2="08656f9a-5533-445c-9745-8b78b9f32e94" targetNamespace="http://schemas.microsoft.com/office/2006/metadata/properties" ma:root="true" ma:fieldsID="f1de88abeb94c0a233512af3206a5add" ns2:_="">
    <xsd:import namespace="08656f9a-5533-445c-9745-8b78b9f32e9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656f9a-5533-445c-9745-8b78b9f32e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E7141F-FBCE-4A78-9588-4D54994EB7FA}">
  <ds:schemaRefs>
    <ds:schemaRef ds:uri="http://schemas.microsoft.com/office/2006/metadata/properties"/>
    <ds:schemaRef ds:uri="http://schemas.microsoft.com/office/2006/documentManagement/types"/>
    <ds:schemaRef ds:uri="http://purl.org/dc/elements/1.1/"/>
    <ds:schemaRef ds:uri="http://purl.org/dc/dcmitype/"/>
    <ds:schemaRef ds:uri="08656f9a-5533-445c-9745-8b78b9f32e94"/>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0677BFE8-9222-4836-8D51-287619E2A1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656f9a-5533-445c-9745-8b78b9f32e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4C8F74-1D82-4571-8BB4-C4A1A1557D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493</TotalTime>
  <Words>252</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TM_onderzoeksposter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Lies Hendrickx</dc:creator>
  <cp:lastModifiedBy>Yente Lens</cp:lastModifiedBy>
  <cp:revision>28</cp:revision>
  <dcterms:created xsi:type="dcterms:W3CDTF">2024-09-23T10:56:21Z</dcterms:created>
  <dcterms:modified xsi:type="dcterms:W3CDTF">2026-05-03T18:59:20Z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2024-05-22T00:00:00Z</vt:filetime>
  </property>
  <property fmtid="{D5CDD505-2E9C-101B-9397-08002B2CF9AE}" pid="3" name="Creator">
    <vt:lpwstr>Microsoft® PowerPoint® voor Microsoft 365</vt:lpwstr>
  </property>
  <property fmtid="{D5CDD505-2E9C-101B-9397-08002B2CF9AE}" pid="4" name="LastSaved">
    <vt:filetime>2024-09-23T00:00:00Z</vt:filetime>
  </property>
  <property fmtid="{D5CDD505-2E9C-101B-9397-08002B2CF9AE}" pid="5" name="MSIP_Label_c337be75-dfbb-4261-9834-ac247c7dde13_ActionId">
    <vt:lpwstr>0fafaa73-70c8-4c0c-b6bd-cf063af0cb89</vt:lpwstr>
  </property>
  <property fmtid="{D5CDD505-2E9C-101B-9397-08002B2CF9AE}" pid="6" name="MSIP_Label_c337be75-dfbb-4261-9834-ac247c7dde13_ContentBits">
    <vt:lpwstr>0</vt:lpwstr>
  </property>
  <property fmtid="{D5CDD505-2E9C-101B-9397-08002B2CF9AE}" pid="7" name="MSIP_Label_c337be75-dfbb-4261-9834-ac247c7dde13_Enabled">
    <vt:lpwstr>true</vt:lpwstr>
  </property>
  <property fmtid="{D5CDD505-2E9C-101B-9397-08002B2CF9AE}" pid="8" name="MSIP_Label_c337be75-dfbb-4261-9834-ac247c7dde13_Method">
    <vt:lpwstr>Standard</vt:lpwstr>
  </property>
  <property fmtid="{D5CDD505-2E9C-101B-9397-08002B2CF9AE}" pid="9" name="MSIP_Label_c337be75-dfbb-4261-9834-ac247c7dde13_Name">
    <vt:lpwstr>Algemeen</vt:lpwstr>
  </property>
  <property fmtid="{D5CDD505-2E9C-101B-9397-08002B2CF9AE}" pid="10" name="MSIP_Label_c337be75-dfbb-4261-9834-ac247c7dde13_SetDate">
    <vt:lpwstr>2024-04-30T07:33:52Z</vt:lpwstr>
  </property>
  <property fmtid="{D5CDD505-2E9C-101B-9397-08002B2CF9AE}" pid="11" name="MSIP_Label_c337be75-dfbb-4261-9834-ac247c7dde13_SiteId">
    <vt:lpwstr>77d33cc5-c9b4-4766-95c7-ed5b515e1cce</vt:lpwstr>
  </property>
  <property fmtid="{D5CDD505-2E9C-101B-9397-08002B2CF9AE}" pid="12" name="Producer">
    <vt:lpwstr>Microsoft® PowerPoint® voor Microsoft 365</vt:lpwstr>
  </property>
  <property fmtid="{D5CDD505-2E9C-101B-9397-08002B2CF9AE}" pid="13" name="ContentTypeId">
    <vt:lpwstr>0x0101001A307FBA45E73B4C8D5201D6E93AE7FF</vt:lpwstr>
  </property>
  <property fmtid="{D5CDD505-2E9C-101B-9397-08002B2CF9AE}" pid="14" name="MediaServiceImageTags">
    <vt:lpwstr/>
  </property>
</Properties>
</file>